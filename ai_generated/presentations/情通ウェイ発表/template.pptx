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4"/>
    <p:sldMasterId id="2147483662" r:id="rId5"/>
    <p:sldMasterId id="2147483674" r:id="rId6"/>
  </p:sldMasterIdLst>
  <p:sldIdLst>
    <p:sldId id="257" r:id="rId7"/>
    <p:sldId id="258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47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357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渡辺　裕美子" userId="dfaf59ba-34b4-4945-9cd4-12722de19090" providerId="ADAL" clId="{D7FA7692-A690-4305-84AD-867B16E14331}"/>
    <pc:docChg chg="addSld">
      <pc:chgData name="渡辺　裕美子" userId="dfaf59ba-34b4-4945-9cd4-12722de19090" providerId="ADAL" clId="{D7FA7692-A690-4305-84AD-867B16E14331}" dt="2026-05-11T05:22:20.939" v="0" actId="680"/>
      <pc:docMkLst>
        <pc:docMk/>
      </pc:docMkLst>
      <pc:sldChg chg="new">
        <pc:chgData name="渡辺　裕美子" userId="dfaf59ba-34b4-4945-9cd4-12722de19090" providerId="ADAL" clId="{D7FA7692-A690-4305-84AD-867B16E14331}" dt="2026-05-11T05:22:20.939" v="0" actId="680"/>
        <pc:sldMkLst>
          <pc:docMk/>
          <pc:sldMk cId="1818760287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（Blu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7A549B3F-6E42-5D8E-5AF1-A6A01DDBF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89088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6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20" name="テキスト プレースホルダー 12">
            <a:extLst>
              <a:ext uri="{FF2B5EF4-FFF2-40B4-BE49-F238E27FC236}">
                <a16:creationId xmlns:a16="http://schemas.microsoft.com/office/drawing/2014/main" id="{9944335A-02FF-AAD2-DE22-E224FD7E7B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282" y="5470206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1" name="テキスト プレースホルダー 12">
            <a:extLst>
              <a:ext uri="{FF2B5EF4-FFF2-40B4-BE49-F238E27FC236}">
                <a16:creationId xmlns:a16="http://schemas.microsoft.com/office/drawing/2014/main" id="{7912AAE3-523D-E323-7491-DD06357C7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4282" y="5930984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2" name="テキスト プレースホルダー 12">
            <a:extLst>
              <a:ext uri="{FF2B5EF4-FFF2-40B4-BE49-F238E27FC236}">
                <a16:creationId xmlns:a16="http://schemas.microsoft.com/office/drawing/2014/main" id="{624DC346-A7F9-5571-B983-366BBAA3E0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53206"/>
            <a:ext cx="10563436" cy="947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E0BB9D9A-7D83-BDC9-5484-A8DE58E5E5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282" y="561891"/>
            <a:ext cx="864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C7D51BA0-4D20-D946-83F2-23804FB14B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282" y="5011200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179575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Blu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FA704374-D3A0-BEE4-7081-53FADE195E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388" y="1736725"/>
            <a:ext cx="540000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4B1295D-9297-98D3-4943-C0AA218C7B69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1656AB0-3198-460E-9F5B-AA4046500886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7AC05E7B-9814-9626-5062-1D68BF6EE3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96897" y="1736725"/>
            <a:ext cx="7012467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648A653F-4B8E-E878-8165-68AC74B397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7516" y="345421"/>
            <a:ext cx="936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3729790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Blue）1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4DD33FE-B22B-7C6E-F2F3-74EB184EE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21292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0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31EB169B-A341-76A4-5288-4555442A69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71448"/>
            <a:ext cx="10563436" cy="14819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CF70B69-14BF-DB02-61E4-0C658E99F859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21262D-4CBC-711A-678E-C582A97E2A4B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953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Blue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図プレースホルダー 16">
            <a:extLst>
              <a:ext uri="{FF2B5EF4-FFF2-40B4-BE49-F238E27FC236}">
                <a16:creationId xmlns:a16="http://schemas.microsoft.com/office/drawing/2014/main" id="{44B84BAA-00D0-EC6F-3122-7C769ABC39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 dirty="0"/>
          </a:p>
          <a:p>
            <a:r>
              <a:rPr kumimoji="1" lang="ja-JP" altLang="en-US"/>
              <a:t>下のアイコンをクリックして画像を入れてください。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D2D84B-A0B4-308E-97E4-47A503844F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4282" y="1736725"/>
            <a:ext cx="10563436" cy="104867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7500" b="0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19" name="テキスト プレースホルダー 12">
            <a:extLst>
              <a:ext uri="{FF2B5EF4-FFF2-40B4-BE49-F238E27FC236}">
                <a16:creationId xmlns:a16="http://schemas.microsoft.com/office/drawing/2014/main" id="{D7EF27D2-7B54-CD21-7B68-8AC2125CBA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2816829"/>
            <a:ext cx="10563436" cy="5775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BC6B3C1F-E9F4-5A43-5429-E768899B28F3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303DD3F-E978-5180-B467-7002E1B4C20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644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Blue）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894B2F28-2EB2-D95E-3269-4717B394FA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8025" y="347571"/>
            <a:ext cx="8643197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2D76FB24-79F7-F06C-3218-54816F7707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3"/>
            <a:ext cx="10562800" cy="49441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189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Blue）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2CD85119-74BE-A8B0-D31F-1DC10F827D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26" y="347571"/>
            <a:ext cx="864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2815103C-B0C1-BDA9-97C9-1BCB0BC710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2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08973DCF-40A2-6351-B849-2EFB0AEB7C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691" y="1268414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66096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Blu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9171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Blue_ブランドコピー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A866FDB-CB5B-995B-D594-94D3BC8493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237" y="2289970"/>
            <a:ext cx="7421525" cy="227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36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（Whit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1195-F120-BCB2-5EE3-723E70C1F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89088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6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62214ACD-D9BE-40F6-D231-9138B52159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282" y="5470206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8FC9C3C0-2F9D-131F-910E-8008929D84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4282" y="5930984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6B053CD4-F3BD-5F69-E59C-A597A09B6F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53206"/>
            <a:ext cx="10563436" cy="947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D9EF9A27-04EA-7E2B-D6F5-AF1EDB7732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282" y="561890"/>
            <a:ext cx="864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テキスト プレースホルダー 12">
            <a:extLst>
              <a:ext uri="{FF2B5EF4-FFF2-40B4-BE49-F238E27FC236}">
                <a16:creationId xmlns:a16="http://schemas.microsoft.com/office/drawing/2014/main" id="{2357C29B-0DCF-D563-E30D-4DC66D7A7A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282" y="5011200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798452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Whit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A9D96-0593-35C3-1979-E826592B79F1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565B7F-EA3C-5F4C-83F4-5E84A10FF4D0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F3315ADE-16E8-091A-1BE1-CE1257C6D3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282" y="1736725"/>
            <a:ext cx="540000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A111D72C-386D-D961-0695-CC2D826257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96791" y="1736725"/>
            <a:ext cx="7012467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A1D38A7B-5C59-9300-89B5-DAB0E353AC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7517" y="345421"/>
            <a:ext cx="9058403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163118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White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0911B44-43E5-C652-2977-C75C89E671A2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1FA6925-A068-A444-1957-B0B944CDD944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F0C50-C194-741F-5AEB-FAA6A9B44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21292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0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C8443232-A4D7-0B6A-2119-B6107EBFC1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71448"/>
            <a:ext cx="10563436" cy="14819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04709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White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図プレースホルダー 16">
            <a:extLst>
              <a:ext uri="{FF2B5EF4-FFF2-40B4-BE49-F238E27FC236}">
                <a16:creationId xmlns:a16="http://schemas.microsoft.com/office/drawing/2014/main" id="{F9669A6D-24F7-0898-9428-10CF35CA60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206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 dirty="0"/>
          </a:p>
          <a:p>
            <a:r>
              <a:rPr kumimoji="1" lang="ja-JP" altLang="en-US"/>
              <a:t>下のテキストを一時的に移動し、</a:t>
            </a:r>
            <a:br>
              <a:rPr kumimoji="1" lang="en-US" altLang="ja-JP" dirty="0"/>
            </a:br>
            <a:r>
              <a:rPr kumimoji="1" lang="ja-JP" altLang="en-US"/>
              <a:t>アイコンをクリックして画像を入れてください。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41EBA29-F467-1895-792F-78B6D0DE09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4282" y="1736725"/>
            <a:ext cx="4671404" cy="332876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60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DADFA01-50B5-CA73-2D54-A3F57361F009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BCF68C87-E064-78D4-37D9-F2C0746B51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86031" y="1736725"/>
            <a:ext cx="4691688" cy="335698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86FC79C-C2A9-1FCA-02FF-6BD2BDEF0CF2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456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White）_1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817DC41-1215-A6C0-4C88-636C2EFE7AD2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23D640A-F364-BA6E-7B4B-222DF43A1541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F295DF3E-40BF-7535-7BDE-41DFEAEE85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26" y="347571"/>
            <a:ext cx="864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D2BF2330-A7EB-FA53-0870-3EF26ACA6F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4"/>
            <a:ext cx="10562800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584018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White）_2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817DC41-1215-A6C0-4C88-636C2EFE7AD2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23D640A-F364-BA6E-7B4B-222DF43A1541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F295DF3E-40BF-7535-7BDE-41DFEAEE85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26" y="347571"/>
            <a:ext cx="864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1A5E9BAF-AE8D-50F4-A800-803BF05BB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2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  <p:sp>
        <p:nvSpPr>
          <p:cNvPr id="10" name="テキスト プレースホルダー 12">
            <a:extLst>
              <a:ext uri="{FF2B5EF4-FFF2-40B4-BE49-F238E27FC236}">
                <a16:creationId xmlns:a16="http://schemas.microsoft.com/office/drawing/2014/main" id="{E79741C9-F273-7126-0EB4-6C3C949009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691" y="1268414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337886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Photo）1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2">
            <a:extLst>
              <a:ext uri="{FF2B5EF4-FFF2-40B4-BE49-F238E27FC236}">
                <a16:creationId xmlns:a16="http://schemas.microsoft.com/office/drawing/2014/main" id="{E7F11BC7-143A-387D-3917-393210D3AB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691" y="1736726"/>
            <a:ext cx="4949027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897D687-90EE-4A4F-C8E7-8CBB9A645AD9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図プレースホルダー 16">
            <a:extLst>
              <a:ext uri="{FF2B5EF4-FFF2-40B4-BE49-F238E27FC236}">
                <a16:creationId xmlns:a16="http://schemas.microsoft.com/office/drawing/2014/main" id="{0250B0A2-D4B9-A4DC-0554-2326F56D8D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5206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 dirty="0"/>
          </a:p>
          <a:p>
            <a:r>
              <a:rPr kumimoji="1" lang="ja-JP" altLang="en-US"/>
              <a:t>下のアイコンをクリックして画像を入れてください。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8A950CA7-D005-11F1-F535-3585CD44B0B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8690" y="2630076"/>
            <a:ext cx="4949027" cy="3582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1538D69-6755-6FEA-0287-C53BB6CBEE20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354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Photo）2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16">
            <a:extLst>
              <a:ext uri="{FF2B5EF4-FFF2-40B4-BE49-F238E27FC236}">
                <a16:creationId xmlns:a16="http://schemas.microsoft.com/office/drawing/2014/main" id="{40FE2F04-6B75-1C75-F9DF-825DA93754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36726"/>
            <a:ext cx="12192000" cy="512127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下のアイコンをクリックして画像を入れてください。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F42955C-2661-77B4-7E94-6C49CE94C967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121B00E-FCA3-D75D-90B2-7E55D24110B4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D229F9AB-613B-B0B7-9ECD-FDCB586841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26" y="347571"/>
            <a:ext cx="864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632085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Photo）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図プレースホルダー 16">
            <a:extLst>
              <a:ext uri="{FF2B5EF4-FFF2-40B4-BE49-F238E27FC236}">
                <a16:creationId xmlns:a16="http://schemas.microsoft.com/office/drawing/2014/main" id="{891B6CCA-08A5-03A2-13C5-C85264248D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64720" y="1736726"/>
            <a:ext cx="4462562" cy="447516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 dirty="0"/>
          </a:p>
          <a:p>
            <a:r>
              <a:rPr kumimoji="1" lang="ja-JP" altLang="en-US"/>
              <a:t>下のアイコンをクリックして</a:t>
            </a:r>
            <a:br>
              <a:rPr kumimoji="1" lang="en-US" altLang="ja-JP" dirty="0"/>
            </a:br>
            <a:r>
              <a:rPr kumimoji="1" lang="ja-JP" altLang="en-US"/>
              <a:t>画像を入れてください。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8AFFBB38-15BE-D6C2-99B3-CE5080D5BC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51868" y="1736726"/>
            <a:ext cx="2825851" cy="44751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 defTabSz="479968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ED6C0D35-6FD6-E07C-8834-78C7AA06C6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4282" y="1736726"/>
            <a:ext cx="2820547" cy="44751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86EFF52-DAAF-6D57-1218-05FE70B737D7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20E9EC3-A7AD-2D87-4132-5FD22EB8F461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5414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Whit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5070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White_ブランドコピー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30D8DA09-05B3-40D5-0401-070D12AF7D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399" y="2289099"/>
            <a:ext cx="7427201" cy="227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1114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(ブランドコピービジュアル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263BA29-C7D5-2DA5-CCEB-BDCC4F4880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1866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（企業理念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A3C52B-1AA8-C2A5-B7D4-51F613941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89088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6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テキスト プレースホルダー 12">
            <a:extLst>
              <a:ext uri="{FF2B5EF4-FFF2-40B4-BE49-F238E27FC236}">
                <a16:creationId xmlns:a16="http://schemas.microsoft.com/office/drawing/2014/main" id="{2F6F05DB-BABA-7579-968D-6479F904DD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282" y="5470206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609E1413-3A12-6805-C281-3344AEAAD9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4282" y="5930984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テキスト プレースホルダー 12">
            <a:extLst>
              <a:ext uri="{FF2B5EF4-FFF2-40B4-BE49-F238E27FC236}">
                <a16:creationId xmlns:a16="http://schemas.microsoft.com/office/drawing/2014/main" id="{B3D46BAC-CB80-74CC-4E8F-9D6AB02A6F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53206"/>
            <a:ext cx="10563436" cy="947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5227752C-BB20-256A-DFE1-BAFCB25870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282" y="561890"/>
            <a:ext cx="864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66CBD5E1-F887-F270-7A94-432D6120E4A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282" y="5009428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38023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（企業理念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833A177-94A9-B9A1-DE9F-F0AE02FA6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89088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6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29D54E6E-1773-8D06-C77B-021CFBABD0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53206"/>
            <a:ext cx="10563436" cy="947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BD4282ED-D965-B46A-80DA-3E38FF3142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282" y="561890"/>
            <a:ext cx="864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テキスト プレースホルダー 12">
            <a:extLst>
              <a:ext uri="{FF2B5EF4-FFF2-40B4-BE49-F238E27FC236}">
                <a16:creationId xmlns:a16="http://schemas.microsoft.com/office/drawing/2014/main" id="{6314E59A-0CAF-2DAB-4693-C6DE9535EB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282" y="5470206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テキスト プレースホルダー 12">
            <a:extLst>
              <a:ext uri="{FF2B5EF4-FFF2-40B4-BE49-F238E27FC236}">
                <a16:creationId xmlns:a16="http://schemas.microsoft.com/office/drawing/2014/main" id="{6E591835-68B3-9D26-89C9-893E7478E1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4282" y="5930984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1A270D6C-5A9B-3E3E-52A8-4729CAA28CC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282" y="5009428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703378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企業理念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3ADD520-9AEF-F30E-D910-19A35551EA38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4B143FC-CABC-9641-1F86-03195F7275A0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999A443F-732A-B472-701F-E3FCA360DE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282" y="1736725"/>
            <a:ext cx="540000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F23E55FC-F091-22F3-23B3-5313976295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96791" y="1736725"/>
            <a:ext cx="7012467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4E88E872-8C86-3C88-BB97-1E92BAB7AC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7516" y="345421"/>
            <a:ext cx="936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8819401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企業理念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C2C234E-23B9-AB4F-A0B5-11C593FB342A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bg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bg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F61ADE4-85D5-36C8-C2C1-AA21AB24716A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bg1"/>
                </a:solidFill>
              </a:rPr>
              <a:pPr/>
              <a:t>‹#›</a:t>
            </a:fld>
            <a:endParaRPr kumimoji="1" lang="ja-JP" altLang="en-US" sz="1600">
              <a:solidFill>
                <a:schemeClr val="bg1"/>
              </a:solidFill>
            </a:endParaRPr>
          </a:p>
        </p:txBody>
      </p:sp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BF4564B1-73E3-2149-E676-44CC68A8FC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7517" y="345422"/>
            <a:ext cx="9058403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CB6DDB17-CFBB-C65C-9369-6C1162B39D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282" y="1736725"/>
            <a:ext cx="540000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6E7DE52F-B88B-D6A3-999C-58FC2FDF0C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96791" y="1736725"/>
            <a:ext cx="7012467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108159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企業理念）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5A2F9F-AB80-7D4D-2D23-DA88102D55B6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301DB65-2212-2889-FD86-2DBE4A1E2F84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10" name="テキスト プレースホルダー 12">
            <a:extLst>
              <a:ext uri="{FF2B5EF4-FFF2-40B4-BE49-F238E27FC236}">
                <a16:creationId xmlns:a16="http://schemas.microsoft.com/office/drawing/2014/main" id="{1786E8C9-D751-0011-62AC-F0CE8288FB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4282" y="1736726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1" name="テキスト プレースホルダー 12">
            <a:extLst>
              <a:ext uri="{FF2B5EF4-FFF2-40B4-BE49-F238E27FC236}">
                <a16:creationId xmlns:a16="http://schemas.microsoft.com/office/drawing/2014/main" id="{82FC59AF-9ED9-93ED-9DFF-56990EABC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01001" y="1736726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12" name="テキスト プレースホルダー 12">
            <a:extLst>
              <a:ext uri="{FF2B5EF4-FFF2-40B4-BE49-F238E27FC236}">
                <a16:creationId xmlns:a16="http://schemas.microsoft.com/office/drawing/2014/main" id="{BDF3DB80-CAAA-E895-D0AB-0C9C3B5030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282" y="265977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9369971E-F926-6994-FA0B-43A0F3AE29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01001" y="265977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14" name="テキスト プレースホルダー 12">
            <a:extLst>
              <a:ext uri="{FF2B5EF4-FFF2-40B4-BE49-F238E27FC236}">
                <a16:creationId xmlns:a16="http://schemas.microsoft.com/office/drawing/2014/main" id="{7DFF3C0D-9761-942D-2286-DCA80CDED2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282" y="3569588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5" name="テキスト プレースホルダー 12">
            <a:extLst>
              <a:ext uri="{FF2B5EF4-FFF2-40B4-BE49-F238E27FC236}">
                <a16:creationId xmlns:a16="http://schemas.microsoft.com/office/drawing/2014/main" id="{ACDA0708-9EFA-1C85-16D9-D5F3ED49B9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01001" y="3569588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16" name="テキスト プレースホルダー 12">
            <a:extLst>
              <a:ext uri="{FF2B5EF4-FFF2-40B4-BE49-F238E27FC236}">
                <a16:creationId xmlns:a16="http://schemas.microsoft.com/office/drawing/2014/main" id="{5EC047C3-338F-57E8-18FB-0239FC6799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4282" y="448283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7" name="テキスト プレースホルダー 12">
            <a:extLst>
              <a:ext uri="{FF2B5EF4-FFF2-40B4-BE49-F238E27FC236}">
                <a16:creationId xmlns:a16="http://schemas.microsoft.com/office/drawing/2014/main" id="{F5B4696C-0F45-0D47-A181-32ED0D374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301001" y="448283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18" name="テキスト プレースホルダー 12">
            <a:extLst>
              <a:ext uri="{FF2B5EF4-FFF2-40B4-BE49-F238E27FC236}">
                <a16:creationId xmlns:a16="http://schemas.microsoft.com/office/drawing/2014/main" id="{0D1178E6-0816-E0A6-439F-A26DEF3C68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3990" y="1736726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9" name="テキスト プレースホルダー 12">
            <a:extLst>
              <a:ext uri="{FF2B5EF4-FFF2-40B4-BE49-F238E27FC236}">
                <a16:creationId xmlns:a16="http://schemas.microsoft.com/office/drawing/2014/main" id="{27F01E3D-3119-79F4-7D14-38463DF1050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20709" y="1736726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20" name="テキスト プレースホルダー 12">
            <a:extLst>
              <a:ext uri="{FF2B5EF4-FFF2-40B4-BE49-F238E27FC236}">
                <a16:creationId xmlns:a16="http://schemas.microsoft.com/office/drawing/2014/main" id="{B2345EEA-394A-D2F3-F965-C381EC316A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3990" y="265977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1" name="テキスト プレースホルダー 12">
            <a:extLst>
              <a:ext uri="{FF2B5EF4-FFF2-40B4-BE49-F238E27FC236}">
                <a16:creationId xmlns:a16="http://schemas.microsoft.com/office/drawing/2014/main" id="{A102A790-EC62-079B-030D-964FAD137A3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20709" y="265977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22" name="テキスト プレースホルダー 12">
            <a:extLst>
              <a:ext uri="{FF2B5EF4-FFF2-40B4-BE49-F238E27FC236}">
                <a16:creationId xmlns:a16="http://schemas.microsoft.com/office/drawing/2014/main" id="{07531E7B-44FD-25E9-CC7A-B00F0410F7E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33990" y="3569588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3" name="テキスト プレースホルダー 12">
            <a:extLst>
              <a:ext uri="{FF2B5EF4-FFF2-40B4-BE49-F238E27FC236}">
                <a16:creationId xmlns:a16="http://schemas.microsoft.com/office/drawing/2014/main" id="{D7180491-605C-69CA-BF57-B42C15021DF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20709" y="3569588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24" name="テキスト プレースホルダー 12">
            <a:extLst>
              <a:ext uri="{FF2B5EF4-FFF2-40B4-BE49-F238E27FC236}">
                <a16:creationId xmlns:a16="http://schemas.microsoft.com/office/drawing/2014/main" id="{A66B3D97-5164-21C2-FD8B-57A402C6078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33990" y="448283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5" name="テキスト プレースホルダー 12">
            <a:extLst>
              <a:ext uri="{FF2B5EF4-FFF2-40B4-BE49-F238E27FC236}">
                <a16:creationId xmlns:a16="http://schemas.microsoft.com/office/drawing/2014/main" id="{32CB8912-600C-6289-D45B-AE9C7296D53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20709" y="448283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6AE51BB8-635B-4308-E9CB-F238A16218D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7516" y="345421"/>
            <a:ext cx="936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27195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企業理念）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EBCD2C3-F4AB-0385-42C5-37CDC4A4287B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bg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bg1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00734A0-2465-A79B-0C4E-7BA001579D6C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bg1"/>
                </a:solidFill>
              </a:rPr>
              <a:pPr/>
              <a:t>‹#›</a:t>
            </a:fld>
            <a:endParaRPr kumimoji="1" lang="ja-JP" altLang="en-US" sz="1600">
              <a:solidFill>
                <a:schemeClr val="bg1"/>
              </a:solidFill>
            </a:endParaRPr>
          </a:p>
        </p:txBody>
      </p:sp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539CF071-C664-0DCC-693D-BEF675877AB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7516" y="345422"/>
            <a:ext cx="9360000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42E03A47-C8E7-A4A0-5441-3D5A64378A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3907" y="1736726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5D9BF930-C505-38D1-5D84-BB6776A33B3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01001" y="1736726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B457A774-A82D-E182-09CF-1C57005356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3907" y="265977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73E3EA9D-E3F1-D31C-1951-CE61440FFB9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01001" y="265977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EF193E57-C4FD-911F-2B30-77E4E5E245B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3907" y="3569588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7" name="テキスト プレースホルダー 12">
            <a:extLst>
              <a:ext uri="{FF2B5EF4-FFF2-40B4-BE49-F238E27FC236}">
                <a16:creationId xmlns:a16="http://schemas.microsoft.com/office/drawing/2014/main" id="{5C9AC9F6-DFF1-E0E4-DBF1-7F8B644ADE1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01001" y="3569588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28" name="テキスト プレースホルダー 12">
            <a:extLst>
              <a:ext uri="{FF2B5EF4-FFF2-40B4-BE49-F238E27FC236}">
                <a16:creationId xmlns:a16="http://schemas.microsoft.com/office/drawing/2014/main" id="{ED5A1F44-12C7-C4D3-309C-E5B25CA5DC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3907" y="448283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9" name="テキスト プレースホルダー 12">
            <a:extLst>
              <a:ext uri="{FF2B5EF4-FFF2-40B4-BE49-F238E27FC236}">
                <a16:creationId xmlns:a16="http://schemas.microsoft.com/office/drawing/2014/main" id="{22B712DF-05F2-DABE-47FC-0A10C4101C8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301001" y="448283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30" name="テキスト プレースホルダー 12">
            <a:extLst>
              <a:ext uri="{FF2B5EF4-FFF2-40B4-BE49-F238E27FC236}">
                <a16:creationId xmlns:a16="http://schemas.microsoft.com/office/drawing/2014/main" id="{AB8279C4-9994-0774-D120-FAC65AD428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3990" y="1736726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31" name="テキスト プレースホルダー 12">
            <a:extLst>
              <a:ext uri="{FF2B5EF4-FFF2-40B4-BE49-F238E27FC236}">
                <a16:creationId xmlns:a16="http://schemas.microsoft.com/office/drawing/2014/main" id="{E7CB9A81-8D5C-C1E5-F71C-33788FD878F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20709" y="1736726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32" name="テキスト プレースホルダー 12">
            <a:extLst>
              <a:ext uri="{FF2B5EF4-FFF2-40B4-BE49-F238E27FC236}">
                <a16:creationId xmlns:a16="http://schemas.microsoft.com/office/drawing/2014/main" id="{2482C246-2CED-EC58-F0EC-E41478A372E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3990" y="265977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33" name="テキスト プレースホルダー 12">
            <a:extLst>
              <a:ext uri="{FF2B5EF4-FFF2-40B4-BE49-F238E27FC236}">
                <a16:creationId xmlns:a16="http://schemas.microsoft.com/office/drawing/2014/main" id="{37EC66D7-44E5-188E-90F4-3726EBA82F7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20709" y="265977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34" name="テキスト プレースホルダー 12">
            <a:extLst>
              <a:ext uri="{FF2B5EF4-FFF2-40B4-BE49-F238E27FC236}">
                <a16:creationId xmlns:a16="http://schemas.microsoft.com/office/drawing/2014/main" id="{DEB31560-106F-9E76-636E-0F05A7A9EA7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33990" y="3569588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35" name="テキスト プレースホルダー 12">
            <a:extLst>
              <a:ext uri="{FF2B5EF4-FFF2-40B4-BE49-F238E27FC236}">
                <a16:creationId xmlns:a16="http://schemas.microsoft.com/office/drawing/2014/main" id="{307C89E4-4EEC-59A3-028E-61847839766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20709" y="3569588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36" name="テキスト プレースホルダー 12">
            <a:extLst>
              <a:ext uri="{FF2B5EF4-FFF2-40B4-BE49-F238E27FC236}">
                <a16:creationId xmlns:a16="http://schemas.microsoft.com/office/drawing/2014/main" id="{24F66FE5-C955-A305-0224-0B259FD6004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33990" y="448283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37" name="テキスト プレースホルダー 12">
            <a:extLst>
              <a:ext uri="{FF2B5EF4-FFF2-40B4-BE49-F238E27FC236}">
                <a16:creationId xmlns:a16="http://schemas.microsoft.com/office/drawing/2014/main" id="{0B91C1DC-F44C-236D-37A6-96B0E54A10E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20709" y="448283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231461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企業理念）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7282B64C-EDB8-C704-5767-47C3586344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8024" y="347571"/>
            <a:ext cx="936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BFE08C99-5A98-5941-2FB8-98F410AE01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4"/>
            <a:ext cx="10562800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327877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企業理念）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ADAC60F2-77BC-A841-163E-CA8CF97DAE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8024" y="347571"/>
            <a:ext cx="936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DE9EF57D-32B4-2103-27C7-E329B2BA1C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2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2F3B4668-196C-8CE9-E98D-A056EFC0A0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691" y="1268414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143036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企業理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AB09168-8AD5-76C8-00CF-71388BFA2726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FBE7E88-E2C1-A3BE-E534-37187DF2CFDD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5567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企業理念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0138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企業理念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4470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企業理念）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62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D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00313959-3595-5645-CE7E-5EB9586AC0E5}"/>
              </a:ext>
            </a:extLst>
          </p:cNvPr>
          <p:cNvGrpSpPr/>
          <p:nvPr userDrawn="1"/>
        </p:nvGrpSpPr>
        <p:grpSpPr>
          <a:xfrm>
            <a:off x="-917979" y="0"/>
            <a:ext cx="285713" cy="6858000"/>
            <a:chOff x="-917979" y="0"/>
            <a:chExt cx="285713" cy="6858000"/>
          </a:xfrm>
        </p:grpSpPr>
        <p:sp>
          <p:nvSpPr>
            <p:cNvPr id="37" name="円/楕円 2">
              <a:extLst>
                <a:ext uri="{FF2B5EF4-FFF2-40B4-BE49-F238E27FC236}">
                  <a16:creationId xmlns:a16="http://schemas.microsoft.com/office/drawing/2014/main" id="{ABE31584-00D5-3892-B76D-18BDFE0E5076}"/>
                </a:ext>
              </a:extLst>
            </p:cNvPr>
            <p:cNvSpPr/>
            <p:nvPr userDrawn="1"/>
          </p:nvSpPr>
          <p:spPr>
            <a:xfrm>
              <a:off x="-917979" y="0"/>
              <a:ext cx="285713" cy="285750"/>
            </a:xfrm>
            <a:prstGeom prst="ellipse">
              <a:avLst/>
            </a:prstGeom>
            <a:solidFill>
              <a:srgbClr val="005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8" name="円/楕円 3">
              <a:extLst>
                <a:ext uri="{FF2B5EF4-FFF2-40B4-BE49-F238E27FC236}">
                  <a16:creationId xmlns:a16="http://schemas.microsoft.com/office/drawing/2014/main" id="{A507B240-1239-4876-7B1F-37D8456C65EA}"/>
                </a:ext>
              </a:extLst>
            </p:cNvPr>
            <p:cNvSpPr/>
            <p:nvPr userDrawn="1"/>
          </p:nvSpPr>
          <p:spPr>
            <a:xfrm>
              <a:off x="-917979" y="410766"/>
              <a:ext cx="285713" cy="285750"/>
            </a:xfrm>
            <a:prstGeom prst="ellipse">
              <a:avLst/>
            </a:prstGeom>
            <a:solidFill>
              <a:srgbClr val="4C8D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9" name="円/楕円 4">
              <a:extLst>
                <a:ext uri="{FF2B5EF4-FFF2-40B4-BE49-F238E27FC236}">
                  <a16:creationId xmlns:a16="http://schemas.microsoft.com/office/drawing/2014/main" id="{3ACA4123-3761-0AF2-E223-BFECA1DCED87}"/>
                </a:ext>
              </a:extLst>
            </p:cNvPr>
            <p:cNvSpPr/>
            <p:nvPr userDrawn="1"/>
          </p:nvSpPr>
          <p:spPr>
            <a:xfrm>
              <a:off x="-917979" y="821532"/>
              <a:ext cx="285713" cy="285750"/>
            </a:xfrm>
            <a:prstGeom prst="ellipse">
              <a:avLst/>
            </a:prstGeom>
            <a:solidFill>
              <a:srgbClr val="99BE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0" name="円/楕円 5">
              <a:extLst>
                <a:ext uri="{FF2B5EF4-FFF2-40B4-BE49-F238E27FC236}">
                  <a16:creationId xmlns:a16="http://schemas.microsoft.com/office/drawing/2014/main" id="{176D67E3-CA67-BE81-B93C-3497F0442F3D}"/>
                </a:ext>
              </a:extLst>
            </p:cNvPr>
            <p:cNvSpPr/>
            <p:nvPr userDrawn="1"/>
          </p:nvSpPr>
          <p:spPr>
            <a:xfrm>
              <a:off x="-917979" y="1232298"/>
              <a:ext cx="285713" cy="285750"/>
            </a:xfrm>
            <a:prstGeom prst="ellipse">
              <a:avLst/>
            </a:prstGeom>
            <a:solidFill>
              <a:srgbClr val="013D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1" name="円/楕円 7">
              <a:extLst>
                <a:ext uri="{FF2B5EF4-FFF2-40B4-BE49-F238E27FC236}">
                  <a16:creationId xmlns:a16="http://schemas.microsoft.com/office/drawing/2014/main" id="{C5DAC311-296E-44C9-C24F-1DC52D225E3D}"/>
                </a:ext>
              </a:extLst>
            </p:cNvPr>
            <p:cNvSpPr/>
            <p:nvPr userDrawn="1"/>
          </p:nvSpPr>
          <p:spPr>
            <a:xfrm>
              <a:off x="-917979" y="1643064"/>
              <a:ext cx="285713" cy="285750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2" name="円/楕円 8">
              <a:extLst>
                <a:ext uri="{FF2B5EF4-FFF2-40B4-BE49-F238E27FC236}">
                  <a16:creationId xmlns:a16="http://schemas.microsoft.com/office/drawing/2014/main" id="{D80BCC88-4F50-AD3D-7A85-0A81005BCB21}"/>
                </a:ext>
              </a:extLst>
            </p:cNvPr>
            <p:cNvSpPr/>
            <p:nvPr userDrawn="1"/>
          </p:nvSpPr>
          <p:spPr>
            <a:xfrm>
              <a:off x="-917979" y="2053830"/>
              <a:ext cx="285713" cy="285750"/>
            </a:xfrm>
            <a:prstGeom prst="ellipse">
              <a:avLst/>
            </a:prstGeom>
            <a:solidFill>
              <a:srgbClr val="01B1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3" name="円/楕円 9">
              <a:extLst>
                <a:ext uri="{FF2B5EF4-FFF2-40B4-BE49-F238E27FC236}">
                  <a16:creationId xmlns:a16="http://schemas.microsoft.com/office/drawing/2014/main" id="{8B77E202-15D9-E3C6-FCEA-D41621B847BC}"/>
                </a:ext>
              </a:extLst>
            </p:cNvPr>
            <p:cNvSpPr/>
            <p:nvPr userDrawn="1"/>
          </p:nvSpPr>
          <p:spPr>
            <a:xfrm>
              <a:off x="-917979" y="2464596"/>
              <a:ext cx="285713" cy="285750"/>
            </a:xfrm>
            <a:prstGeom prst="ellipse">
              <a:avLst/>
            </a:prstGeom>
            <a:solidFill>
              <a:srgbClr val="65D1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4" name="円/楕円 10">
              <a:extLst>
                <a:ext uri="{FF2B5EF4-FFF2-40B4-BE49-F238E27FC236}">
                  <a16:creationId xmlns:a16="http://schemas.microsoft.com/office/drawing/2014/main" id="{4E904ED8-3939-FD5F-36E2-96DE5CE244F7}"/>
                </a:ext>
              </a:extLst>
            </p:cNvPr>
            <p:cNvSpPr/>
            <p:nvPr userDrawn="1"/>
          </p:nvSpPr>
          <p:spPr>
            <a:xfrm>
              <a:off x="-917979" y="2875362"/>
              <a:ext cx="285713" cy="285750"/>
            </a:xfrm>
            <a:prstGeom prst="ellipse">
              <a:avLst/>
            </a:prstGeom>
            <a:solidFill>
              <a:srgbClr val="CD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5" name="円/楕円 11">
              <a:extLst>
                <a:ext uri="{FF2B5EF4-FFF2-40B4-BE49-F238E27FC236}">
                  <a16:creationId xmlns:a16="http://schemas.microsoft.com/office/drawing/2014/main" id="{DD106B1B-7319-0EF5-F0DD-564E70FB9D39}"/>
                </a:ext>
              </a:extLst>
            </p:cNvPr>
            <p:cNvSpPr/>
            <p:nvPr userDrawn="1"/>
          </p:nvSpPr>
          <p:spPr>
            <a:xfrm>
              <a:off x="-917979" y="3286128"/>
              <a:ext cx="285713" cy="285750"/>
            </a:xfrm>
            <a:prstGeom prst="ellipse">
              <a:avLst/>
            </a:prstGeom>
            <a:solidFill>
              <a:srgbClr val="0092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6" name="円/楕円 12">
              <a:extLst>
                <a:ext uri="{FF2B5EF4-FFF2-40B4-BE49-F238E27FC236}">
                  <a16:creationId xmlns:a16="http://schemas.microsoft.com/office/drawing/2014/main" id="{CB138678-07E2-8EF3-F00B-0F7E211246E0}"/>
                </a:ext>
              </a:extLst>
            </p:cNvPr>
            <p:cNvSpPr/>
            <p:nvPr userDrawn="1"/>
          </p:nvSpPr>
          <p:spPr>
            <a:xfrm>
              <a:off x="-917979" y="3696894"/>
              <a:ext cx="285713" cy="285750"/>
            </a:xfrm>
            <a:prstGeom prst="ellipse">
              <a:avLst/>
            </a:prstGeom>
            <a:solidFill>
              <a:srgbClr val="66BE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7" name="円/楕円 13">
              <a:extLst>
                <a:ext uri="{FF2B5EF4-FFF2-40B4-BE49-F238E27FC236}">
                  <a16:creationId xmlns:a16="http://schemas.microsoft.com/office/drawing/2014/main" id="{BC21D7A6-86C6-619C-BE35-B4DCCD4254E5}"/>
                </a:ext>
              </a:extLst>
            </p:cNvPr>
            <p:cNvSpPr/>
            <p:nvPr userDrawn="1"/>
          </p:nvSpPr>
          <p:spPr>
            <a:xfrm>
              <a:off x="-917979" y="4107660"/>
              <a:ext cx="285713" cy="285750"/>
            </a:xfrm>
            <a:prstGeom prst="ellipse">
              <a:avLst/>
            </a:prstGeom>
            <a:solidFill>
              <a:srgbClr val="CDE9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8" name="円/楕円 14">
              <a:extLst>
                <a:ext uri="{FF2B5EF4-FFF2-40B4-BE49-F238E27FC236}">
                  <a16:creationId xmlns:a16="http://schemas.microsoft.com/office/drawing/2014/main" id="{2DE834EB-A6E8-EDB2-BC1E-1F84901496CA}"/>
                </a:ext>
              </a:extLst>
            </p:cNvPr>
            <p:cNvSpPr/>
            <p:nvPr userDrawn="1"/>
          </p:nvSpPr>
          <p:spPr>
            <a:xfrm>
              <a:off x="-917979" y="4518426"/>
              <a:ext cx="285713" cy="285750"/>
            </a:xfrm>
            <a:prstGeom prst="ellipse">
              <a:avLst/>
            </a:prstGeom>
            <a:solidFill>
              <a:srgbClr val="E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9" name="円/楕円 15">
              <a:extLst>
                <a:ext uri="{FF2B5EF4-FFF2-40B4-BE49-F238E27FC236}">
                  <a16:creationId xmlns:a16="http://schemas.microsoft.com/office/drawing/2014/main" id="{65966DB2-D50E-BE01-B46C-09CA70B37D62}"/>
                </a:ext>
              </a:extLst>
            </p:cNvPr>
            <p:cNvSpPr/>
            <p:nvPr userDrawn="1"/>
          </p:nvSpPr>
          <p:spPr>
            <a:xfrm>
              <a:off x="-917979" y="4929192"/>
              <a:ext cx="285713" cy="285750"/>
            </a:xfrm>
            <a:prstGeom prst="ellipse">
              <a:avLst/>
            </a:prstGeom>
            <a:solidFill>
              <a:srgbClr val="F166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0" name="円/楕円 16">
              <a:extLst>
                <a:ext uri="{FF2B5EF4-FFF2-40B4-BE49-F238E27FC236}">
                  <a16:creationId xmlns:a16="http://schemas.microsoft.com/office/drawing/2014/main" id="{3D29A6B3-3076-A1CF-B4B1-EF1799BB5BB3}"/>
                </a:ext>
              </a:extLst>
            </p:cNvPr>
            <p:cNvSpPr/>
            <p:nvPr userDrawn="1"/>
          </p:nvSpPr>
          <p:spPr>
            <a:xfrm>
              <a:off x="-917979" y="5339958"/>
              <a:ext cx="285713" cy="285750"/>
            </a:xfrm>
            <a:prstGeom prst="ellipse">
              <a:avLst/>
            </a:prstGeom>
            <a:solidFill>
              <a:srgbClr val="FBCD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1" name="円/楕円 17">
              <a:extLst>
                <a:ext uri="{FF2B5EF4-FFF2-40B4-BE49-F238E27FC236}">
                  <a16:creationId xmlns:a16="http://schemas.microsoft.com/office/drawing/2014/main" id="{96ABA53D-5B2F-C1D4-806D-04DDB91E86CA}"/>
                </a:ext>
              </a:extLst>
            </p:cNvPr>
            <p:cNvSpPr/>
            <p:nvPr userDrawn="1"/>
          </p:nvSpPr>
          <p:spPr>
            <a:xfrm>
              <a:off x="-917979" y="5750724"/>
              <a:ext cx="285713" cy="28575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2" name="円/楕円 18">
              <a:extLst>
                <a:ext uri="{FF2B5EF4-FFF2-40B4-BE49-F238E27FC236}">
                  <a16:creationId xmlns:a16="http://schemas.microsoft.com/office/drawing/2014/main" id="{D3A896FA-91B1-0739-8FA4-BD042A04358C}"/>
                </a:ext>
              </a:extLst>
            </p:cNvPr>
            <p:cNvSpPr/>
            <p:nvPr userDrawn="1"/>
          </p:nvSpPr>
          <p:spPr>
            <a:xfrm>
              <a:off x="-917979" y="6161490"/>
              <a:ext cx="285713" cy="285750"/>
            </a:xfrm>
            <a:prstGeom prst="ellipse">
              <a:avLst/>
            </a:prstGeom>
            <a:solidFill>
              <a:srgbClr val="FFFF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3" name="円/楕円 19">
              <a:extLst>
                <a:ext uri="{FF2B5EF4-FFF2-40B4-BE49-F238E27FC236}">
                  <a16:creationId xmlns:a16="http://schemas.microsoft.com/office/drawing/2014/main" id="{04521FF1-B122-8E25-6E7E-6417972DC8D6}"/>
                </a:ext>
              </a:extLst>
            </p:cNvPr>
            <p:cNvSpPr/>
            <p:nvPr userDrawn="1"/>
          </p:nvSpPr>
          <p:spPr>
            <a:xfrm>
              <a:off x="-917979" y="6572250"/>
              <a:ext cx="285713" cy="285750"/>
            </a:xfrm>
            <a:prstGeom prst="ellipse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44858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0">
          <p15:clr>
            <a:srgbClr val="F26B43"/>
          </p15:clr>
        </p15:guide>
        <p15:guide id="2" pos="512">
          <p15:clr>
            <a:srgbClr val="F26B43"/>
          </p15:clr>
        </p15:guide>
        <p15:guide id="3" pos="7168">
          <p15:clr>
            <a:srgbClr val="F26B43"/>
          </p15:clr>
        </p15:guide>
        <p15:guide id="4" orient="horz" pos="1094">
          <p15:clr>
            <a:srgbClr val="F26B43"/>
          </p15:clr>
        </p15:guide>
        <p15:guide id="5" orient="horz" pos="391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37D70F1-C0E9-37E7-DB98-20B05612A983}"/>
              </a:ext>
            </a:extLst>
          </p:cNvPr>
          <p:cNvGrpSpPr/>
          <p:nvPr userDrawn="1"/>
        </p:nvGrpSpPr>
        <p:grpSpPr>
          <a:xfrm>
            <a:off x="-917979" y="0"/>
            <a:ext cx="285713" cy="6858000"/>
            <a:chOff x="-917979" y="0"/>
            <a:chExt cx="285713" cy="6858000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7F497FEE-6CBA-6746-60B3-8358E62E694F}"/>
                </a:ext>
              </a:extLst>
            </p:cNvPr>
            <p:cNvSpPr/>
            <p:nvPr userDrawn="1"/>
          </p:nvSpPr>
          <p:spPr>
            <a:xfrm>
              <a:off x="-917979" y="0"/>
              <a:ext cx="285713" cy="285750"/>
            </a:xfrm>
            <a:prstGeom prst="ellipse">
              <a:avLst/>
            </a:prstGeom>
            <a:solidFill>
              <a:srgbClr val="005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2109506A-6E2C-72CC-437D-4B86CAE96C90}"/>
                </a:ext>
              </a:extLst>
            </p:cNvPr>
            <p:cNvSpPr/>
            <p:nvPr userDrawn="1"/>
          </p:nvSpPr>
          <p:spPr>
            <a:xfrm>
              <a:off x="-917979" y="410766"/>
              <a:ext cx="285713" cy="285750"/>
            </a:xfrm>
            <a:prstGeom prst="ellipse">
              <a:avLst/>
            </a:prstGeom>
            <a:solidFill>
              <a:srgbClr val="4C8D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27A4A6F1-F83E-7015-7B11-9F9B9F8BB13A}"/>
                </a:ext>
              </a:extLst>
            </p:cNvPr>
            <p:cNvSpPr/>
            <p:nvPr userDrawn="1"/>
          </p:nvSpPr>
          <p:spPr>
            <a:xfrm>
              <a:off x="-917979" y="821532"/>
              <a:ext cx="285713" cy="285750"/>
            </a:xfrm>
            <a:prstGeom prst="ellipse">
              <a:avLst/>
            </a:prstGeom>
            <a:solidFill>
              <a:srgbClr val="99BE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3197DD5C-F1A9-EF7A-9C50-DF67BA6F3EC8}"/>
                </a:ext>
              </a:extLst>
            </p:cNvPr>
            <p:cNvSpPr/>
            <p:nvPr userDrawn="1"/>
          </p:nvSpPr>
          <p:spPr>
            <a:xfrm>
              <a:off x="-917979" y="1232298"/>
              <a:ext cx="285713" cy="285750"/>
            </a:xfrm>
            <a:prstGeom prst="ellipse">
              <a:avLst/>
            </a:prstGeom>
            <a:solidFill>
              <a:srgbClr val="013D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7" name="円/楕円 7">
              <a:extLst>
                <a:ext uri="{FF2B5EF4-FFF2-40B4-BE49-F238E27FC236}">
                  <a16:creationId xmlns:a16="http://schemas.microsoft.com/office/drawing/2014/main" id="{4D718768-3529-DF4B-EF42-037A26F7FBE1}"/>
                </a:ext>
              </a:extLst>
            </p:cNvPr>
            <p:cNvSpPr/>
            <p:nvPr userDrawn="1"/>
          </p:nvSpPr>
          <p:spPr>
            <a:xfrm>
              <a:off x="-917979" y="1643064"/>
              <a:ext cx="285713" cy="285750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8" name="円/楕円 8">
              <a:extLst>
                <a:ext uri="{FF2B5EF4-FFF2-40B4-BE49-F238E27FC236}">
                  <a16:creationId xmlns:a16="http://schemas.microsoft.com/office/drawing/2014/main" id="{F93E129A-7748-76D0-705D-079C79CC33F1}"/>
                </a:ext>
              </a:extLst>
            </p:cNvPr>
            <p:cNvSpPr/>
            <p:nvPr userDrawn="1"/>
          </p:nvSpPr>
          <p:spPr>
            <a:xfrm>
              <a:off x="-917979" y="2053830"/>
              <a:ext cx="285713" cy="285750"/>
            </a:xfrm>
            <a:prstGeom prst="ellipse">
              <a:avLst/>
            </a:prstGeom>
            <a:solidFill>
              <a:srgbClr val="01B1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9" name="円/楕円 9">
              <a:extLst>
                <a:ext uri="{FF2B5EF4-FFF2-40B4-BE49-F238E27FC236}">
                  <a16:creationId xmlns:a16="http://schemas.microsoft.com/office/drawing/2014/main" id="{DBD749AA-9B38-B134-4254-728D3F032E21}"/>
                </a:ext>
              </a:extLst>
            </p:cNvPr>
            <p:cNvSpPr/>
            <p:nvPr userDrawn="1"/>
          </p:nvSpPr>
          <p:spPr>
            <a:xfrm>
              <a:off x="-917979" y="2464596"/>
              <a:ext cx="285713" cy="285750"/>
            </a:xfrm>
            <a:prstGeom prst="ellipse">
              <a:avLst/>
            </a:prstGeom>
            <a:solidFill>
              <a:srgbClr val="65D1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0" name="円/楕円 10">
              <a:extLst>
                <a:ext uri="{FF2B5EF4-FFF2-40B4-BE49-F238E27FC236}">
                  <a16:creationId xmlns:a16="http://schemas.microsoft.com/office/drawing/2014/main" id="{CD30011A-6848-D437-349B-02562E71A561}"/>
                </a:ext>
              </a:extLst>
            </p:cNvPr>
            <p:cNvSpPr/>
            <p:nvPr userDrawn="1"/>
          </p:nvSpPr>
          <p:spPr>
            <a:xfrm>
              <a:off x="-917979" y="2875362"/>
              <a:ext cx="285713" cy="285750"/>
            </a:xfrm>
            <a:prstGeom prst="ellipse">
              <a:avLst/>
            </a:prstGeom>
            <a:solidFill>
              <a:srgbClr val="CD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1" name="円/楕円 11">
              <a:extLst>
                <a:ext uri="{FF2B5EF4-FFF2-40B4-BE49-F238E27FC236}">
                  <a16:creationId xmlns:a16="http://schemas.microsoft.com/office/drawing/2014/main" id="{4228D969-21E2-1CA4-3763-4F55515CBBF9}"/>
                </a:ext>
              </a:extLst>
            </p:cNvPr>
            <p:cNvSpPr/>
            <p:nvPr userDrawn="1"/>
          </p:nvSpPr>
          <p:spPr>
            <a:xfrm>
              <a:off x="-917979" y="3286128"/>
              <a:ext cx="285713" cy="285750"/>
            </a:xfrm>
            <a:prstGeom prst="ellipse">
              <a:avLst/>
            </a:prstGeom>
            <a:solidFill>
              <a:srgbClr val="0092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2" name="円/楕円 12">
              <a:extLst>
                <a:ext uri="{FF2B5EF4-FFF2-40B4-BE49-F238E27FC236}">
                  <a16:creationId xmlns:a16="http://schemas.microsoft.com/office/drawing/2014/main" id="{5D948700-39F1-9997-656C-A8EE052F00B5}"/>
                </a:ext>
              </a:extLst>
            </p:cNvPr>
            <p:cNvSpPr/>
            <p:nvPr userDrawn="1"/>
          </p:nvSpPr>
          <p:spPr>
            <a:xfrm>
              <a:off x="-917979" y="3696894"/>
              <a:ext cx="285713" cy="285750"/>
            </a:xfrm>
            <a:prstGeom prst="ellipse">
              <a:avLst/>
            </a:prstGeom>
            <a:solidFill>
              <a:srgbClr val="66BE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3" name="円/楕円 13">
              <a:extLst>
                <a:ext uri="{FF2B5EF4-FFF2-40B4-BE49-F238E27FC236}">
                  <a16:creationId xmlns:a16="http://schemas.microsoft.com/office/drawing/2014/main" id="{5F3DB0EA-35ED-34ED-2277-F5969D3AAD9A}"/>
                </a:ext>
              </a:extLst>
            </p:cNvPr>
            <p:cNvSpPr/>
            <p:nvPr userDrawn="1"/>
          </p:nvSpPr>
          <p:spPr>
            <a:xfrm>
              <a:off x="-917979" y="4107660"/>
              <a:ext cx="285713" cy="285750"/>
            </a:xfrm>
            <a:prstGeom prst="ellipse">
              <a:avLst/>
            </a:prstGeom>
            <a:solidFill>
              <a:srgbClr val="CDE9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4" name="円/楕円 14">
              <a:extLst>
                <a:ext uri="{FF2B5EF4-FFF2-40B4-BE49-F238E27FC236}">
                  <a16:creationId xmlns:a16="http://schemas.microsoft.com/office/drawing/2014/main" id="{D45E6AE7-05B7-0E99-BA47-8F12F0E81568}"/>
                </a:ext>
              </a:extLst>
            </p:cNvPr>
            <p:cNvSpPr/>
            <p:nvPr userDrawn="1"/>
          </p:nvSpPr>
          <p:spPr>
            <a:xfrm>
              <a:off x="-917979" y="4518426"/>
              <a:ext cx="285713" cy="285750"/>
            </a:xfrm>
            <a:prstGeom prst="ellipse">
              <a:avLst/>
            </a:prstGeom>
            <a:solidFill>
              <a:srgbClr val="E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5" name="円/楕円 15">
              <a:extLst>
                <a:ext uri="{FF2B5EF4-FFF2-40B4-BE49-F238E27FC236}">
                  <a16:creationId xmlns:a16="http://schemas.microsoft.com/office/drawing/2014/main" id="{18949516-C129-1249-0BB6-8116CEFC2341}"/>
                </a:ext>
              </a:extLst>
            </p:cNvPr>
            <p:cNvSpPr/>
            <p:nvPr userDrawn="1"/>
          </p:nvSpPr>
          <p:spPr>
            <a:xfrm>
              <a:off x="-917979" y="4929192"/>
              <a:ext cx="285713" cy="285750"/>
            </a:xfrm>
            <a:prstGeom prst="ellipse">
              <a:avLst/>
            </a:prstGeom>
            <a:solidFill>
              <a:srgbClr val="F166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6" name="円/楕円 16">
              <a:extLst>
                <a:ext uri="{FF2B5EF4-FFF2-40B4-BE49-F238E27FC236}">
                  <a16:creationId xmlns:a16="http://schemas.microsoft.com/office/drawing/2014/main" id="{24295B99-6C72-C7D9-6281-5C9815900554}"/>
                </a:ext>
              </a:extLst>
            </p:cNvPr>
            <p:cNvSpPr/>
            <p:nvPr userDrawn="1"/>
          </p:nvSpPr>
          <p:spPr>
            <a:xfrm>
              <a:off x="-917979" y="5339958"/>
              <a:ext cx="285713" cy="285750"/>
            </a:xfrm>
            <a:prstGeom prst="ellipse">
              <a:avLst/>
            </a:prstGeom>
            <a:solidFill>
              <a:srgbClr val="FBCD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7" name="円/楕円 17">
              <a:extLst>
                <a:ext uri="{FF2B5EF4-FFF2-40B4-BE49-F238E27FC236}">
                  <a16:creationId xmlns:a16="http://schemas.microsoft.com/office/drawing/2014/main" id="{A4619A15-DC93-B63F-4D07-6EB74767692A}"/>
                </a:ext>
              </a:extLst>
            </p:cNvPr>
            <p:cNvSpPr/>
            <p:nvPr userDrawn="1"/>
          </p:nvSpPr>
          <p:spPr>
            <a:xfrm>
              <a:off x="-917979" y="5750724"/>
              <a:ext cx="285713" cy="28575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8" name="円/楕円 18">
              <a:extLst>
                <a:ext uri="{FF2B5EF4-FFF2-40B4-BE49-F238E27FC236}">
                  <a16:creationId xmlns:a16="http://schemas.microsoft.com/office/drawing/2014/main" id="{483FBED6-DC52-79BF-42AE-29B1852268EB}"/>
                </a:ext>
              </a:extLst>
            </p:cNvPr>
            <p:cNvSpPr/>
            <p:nvPr userDrawn="1"/>
          </p:nvSpPr>
          <p:spPr>
            <a:xfrm>
              <a:off x="-917979" y="6161490"/>
              <a:ext cx="285713" cy="285750"/>
            </a:xfrm>
            <a:prstGeom prst="ellipse">
              <a:avLst/>
            </a:prstGeom>
            <a:solidFill>
              <a:srgbClr val="FFFF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9" name="円/楕円 19">
              <a:extLst>
                <a:ext uri="{FF2B5EF4-FFF2-40B4-BE49-F238E27FC236}">
                  <a16:creationId xmlns:a16="http://schemas.microsoft.com/office/drawing/2014/main" id="{F6169CB5-ABB6-B649-AE3A-FFD089372FCE}"/>
                </a:ext>
              </a:extLst>
            </p:cNvPr>
            <p:cNvSpPr/>
            <p:nvPr userDrawn="1"/>
          </p:nvSpPr>
          <p:spPr>
            <a:xfrm>
              <a:off x="-917979" y="6572250"/>
              <a:ext cx="285713" cy="285750"/>
            </a:xfrm>
            <a:prstGeom prst="ellipse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31185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8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0">
          <p15:clr>
            <a:srgbClr val="F26B43"/>
          </p15:clr>
        </p15:guide>
        <p15:guide id="2" pos="512">
          <p15:clr>
            <a:srgbClr val="F26B43"/>
          </p15:clr>
        </p15:guide>
        <p15:guide id="3" pos="7168">
          <p15:clr>
            <a:srgbClr val="F26B43"/>
          </p15:clr>
        </p15:guide>
        <p15:guide id="4" orient="horz" pos="1093">
          <p15:clr>
            <a:srgbClr val="F26B43"/>
          </p15:clr>
        </p15:guide>
        <p15:guide id="5" orient="horz" pos="391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13D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E20302F-3BDB-9993-A75E-94A06C2D5D77}"/>
              </a:ext>
            </a:extLst>
          </p:cNvPr>
          <p:cNvGrpSpPr/>
          <p:nvPr userDrawn="1"/>
        </p:nvGrpSpPr>
        <p:grpSpPr>
          <a:xfrm>
            <a:off x="-917979" y="0"/>
            <a:ext cx="285713" cy="6858000"/>
            <a:chOff x="-917979" y="0"/>
            <a:chExt cx="285713" cy="6858000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F8082FA4-CBDD-3DAB-8020-33D6617AF2D6}"/>
                </a:ext>
              </a:extLst>
            </p:cNvPr>
            <p:cNvSpPr/>
            <p:nvPr userDrawn="1"/>
          </p:nvSpPr>
          <p:spPr>
            <a:xfrm>
              <a:off x="-917979" y="0"/>
              <a:ext cx="285713" cy="285750"/>
            </a:xfrm>
            <a:prstGeom prst="ellipse">
              <a:avLst/>
            </a:prstGeom>
            <a:solidFill>
              <a:srgbClr val="005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46DCB74E-BBCF-76FF-46C4-41CEF445875F}"/>
                </a:ext>
              </a:extLst>
            </p:cNvPr>
            <p:cNvSpPr/>
            <p:nvPr userDrawn="1"/>
          </p:nvSpPr>
          <p:spPr>
            <a:xfrm>
              <a:off x="-917979" y="410766"/>
              <a:ext cx="285713" cy="285750"/>
            </a:xfrm>
            <a:prstGeom prst="ellipse">
              <a:avLst/>
            </a:prstGeom>
            <a:solidFill>
              <a:srgbClr val="4C8D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3CABD32D-2E50-B0BA-5A60-83111939D5F4}"/>
                </a:ext>
              </a:extLst>
            </p:cNvPr>
            <p:cNvSpPr/>
            <p:nvPr userDrawn="1"/>
          </p:nvSpPr>
          <p:spPr>
            <a:xfrm>
              <a:off x="-917979" y="821532"/>
              <a:ext cx="285713" cy="285750"/>
            </a:xfrm>
            <a:prstGeom prst="ellipse">
              <a:avLst/>
            </a:prstGeom>
            <a:solidFill>
              <a:srgbClr val="99BE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3A19B630-F41C-9471-BF33-17797B43D9F5}"/>
                </a:ext>
              </a:extLst>
            </p:cNvPr>
            <p:cNvSpPr/>
            <p:nvPr userDrawn="1"/>
          </p:nvSpPr>
          <p:spPr>
            <a:xfrm>
              <a:off x="-917979" y="1232298"/>
              <a:ext cx="285713" cy="285750"/>
            </a:xfrm>
            <a:prstGeom prst="ellipse">
              <a:avLst/>
            </a:prstGeom>
            <a:solidFill>
              <a:srgbClr val="013D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7" name="円/楕円 7">
              <a:extLst>
                <a:ext uri="{FF2B5EF4-FFF2-40B4-BE49-F238E27FC236}">
                  <a16:creationId xmlns:a16="http://schemas.microsoft.com/office/drawing/2014/main" id="{569C745B-7C53-AE63-EC31-598119737CE0}"/>
                </a:ext>
              </a:extLst>
            </p:cNvPr>
            <p:cNvSpPr/>
            <p:nvPr userDrawn="1"/>
          </p:nvSpPr>
          <p:spPr>
            <a:xfrm>
              <a:off x="-917979" y="1643064"/>
              <a:ext cx="285713" cy="285750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8" name="円/楕円 8">
              <a:extLst>
                <a:ext uri="{FF2B5EF4-FFF2-40B4-BE49-F238E27FC236}">
                  <a16:creationId xmlns:a16="http://schemas.microsoft.com/office/drawing/2014/main" id="{4AC2558D-D477-2F9E-A4EF-AC643202F3DD}"/>
                </a:ext>
              </a:extLst>
            </p:cNvPr>
            <p:cNvSpPr/>
            <p:nvPr userDrawn="1"/>
          </p:nvSpPr>
          <p:spPr>
            <a:xfrm>
              <a:off x="-917979" y="2053830"/>
              <a:ext cx="285713" cy="285750"/>
            </a:xfrm>
            <a:prstGeom prst="ellipse">
              <a:avLst/>
            </a:prstGeom>
            <a:solidFill>
              <a:srgbClr val="01B1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9" name="円/楕円 9">
              <a:extLst>
                <a:ext uri="{FF2B5EF4-FFF2-40B4-BE49-F238E27FC236}">
                  <a16:creationId xmlns:a16="http://schemas.microsoft.com/office/drawing/2014/main" id="{4A9F4AAF-434F-0C0C-8D8D-67F1F5B1C698}"/>
                </a:ext>
              </a:extLst>
            </p:cNvPr>
            <p:cNvSpPr/>
            <p:nvPr userDrawn="1"/>
          </p:nvSpPr>
          <p:spPr>
            <a:xfrm>
              <a:off x="-917979" y="2464596"/>
              <a:ext cx="285713" cy="285750"/>
            </a:xfrm>
            <a:prstGeom prst="ellipse">
              <a:avLst/>
            </a:prstGeom>
            <a:solidFill>
              <a:srgbClr val="65D1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0" name="円/楕円 10">
              <a:extLst>
                <a:ext uri="{FF2B5EF4-FFF2-40B4-BE49-F238E27FC236}">
                  <a16:creationId xmlns:a16="http://schemas.microsoft.com/office/drawing/2014/main" id="{F905B6D0-3D2E-A80A-C0E3-3ABC8994451E}"/>
                </a:ext>
              </a:extLst>
            </p:cNvPr>
            <p:cNvSpPr/>
            <p:nvPr userDrawn="1"/>
          </p:nvSpPr>
          <p:spPr>
            <a:xfrm>
              <a:off x="-917979" y="2875362"/>
              <a:ext cx="285713" cy="285750"/>
            </a:xfrm>
            <a:prstGeom prst="ellipse">
              <a:avLst/>
            </a:prstGeom>
            <a:solidFill>
              <a:srgbClr val="CD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1" name="円/楕円 11">
              <a:extLst>
                <a:ext uri="{FF2B5EF4-FFF2-40B4-BE49-F238E27FC236}">
                  <a16:creationId xmlns:a16="http://schemas.microsoft.com/office/drawing/2014/main" id="{E75BD1C2-1181-73E1-E908-6C953D561E9D}"/>
                </a:ext>
              </a:extLst>
            </p:cNvPr>
            <p:cNvSpPr/>
            <p:nvPr userDrawn="1"/>
          </p:nvSpPr>
          <p:spPr>
            <a:xfrm>
              <a:off x="-917979" y="3286128"/>
              <a:ext cx="285713" cy="285750"/>
            </a:xfrm>
            <a:prstGeom prst="ellipse">
              <a:avLst/>
            </a:prstGeom>
            <a:solidFill>
              <a:srgbClr val="0092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2" name="円/楕円 12">
              <a:extLst>
                <a:ext uri="{FF2B5EF4-FFF2-40B4-BE49-F238E27FC236}">
                  <a16:creationId xmlns:a16="http://schemas.microsoft.com/office/drawing/2014/main" id="{2E15A51D-D488-5052-2E9B-D250F9ABFA53}"/>
                </a:ext>
              </a:extLst>
            </p:cNvPr>
            <p:cNvSpPr/>
            <p:nvPr userDrawn="1"/>
          </p:nvSpPr>
          <p:spPr>
            <a:xfrm>
              <a:off x="-917979" y="3696894"/>
              <a:ext cx="285713" cy="285750"/>
            </a:xfrm>
            <a:prstGeom prst="ellipse">
              <a:avLst/>
            </a:prstGeom>
            <a:solidFill>
              <a:srgbClr val="66BE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3" name="円/楕円 13">
              <a:extLst>
                <a:ext uri="{FF2B5EF4-FFF2-40B4-BE49-F238E27FC236}">
                  <a16:creationId xmlns:a16="http://schemas.microsoft.com/office/drawing/2014/main" id="{6DDE4540-5D04-C5E2-D47A-04CFD7C6F934}"/>
                </a:ext>
              </a:extLst>
            </p:cNvPr>
            <p:cNvSpPr/>
            <p:nvPr userDrawn="1"/>
          </p:nvSpPr>
          <p:spPr>
            <a:xfrm>
              <a:off x="-917979" y="4107660"/>
              <a:ext cx="285713" cy="285750"/>
            </a:xfrm>
            <a:prstGeom prst="ellipse">
              <a:avLst/>
            </a:prstGeom>
            <a:solidFill>
              <a:srgbClr val="CDE9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4" name="円/楕円 14">
              <a:extLst>
                <a:ext uri="{FF2B5EF4-FFF2-40B4-BE49-F238E27FC236}">
                  <a16:creationId xmlns:a16="http://schemas.microsoft.com/office/drawing/2014/main" id="{496FE845-72BB-A4B2-F53E-33ADD2CA3494}"/>
                </a:ext>
              </a:extLst>
            </p:cNvPr>
            <p:cNvSpPr/>
            <p:nvPr userDrawn="1"/>
          </p:nvSpPr>
          <p:spPr>
            <a:xfrm>
              <a:off x="-917979" y="4518426"/>
              <a:ext cx="285713" cy="285750"/>
            </a:xfrm>
            <a:prstGeom prst="ellipse">
              <a:avLst/>
            </a:prstGeom>
            <a:solidFill>
              <a:srgbClr val="E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5" name="円/楕円 15">
              <a:extLst>
                <a:ext uri="{FF2B5EF4-FFF2-40B4-BE49-F238E27FC236}">
                  <a16:creationId xmlns:a16="http://schemas.microsoft.com/office/drawing/2014/main" id="{E6EB06E6-0A95-A670-00C4-B1E0BD2DBA54}"/>
                </a:ext>
              </a:extLst>
            </p:cNvPr>
            <p:cNvSpPr/>
            <p:nvPr userDrawn="1"/>
          </p:nvSpPr>
          <p:spPr>
            <a:xfrm>
              <a:off x="-917979" y="4929192"/>
              <a:ext cx="285713" cy="285750"/>
            </a:xfrm>
            <a:prstGeom prst="ellipse">
              <a:avLst/>
            </a:prstGeom>
            <a:solidFill>
              <a:srgbClr val="F166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6" name="円/楕円 16">
              <a:extLst>
                <a:ext uri="{FF2B5EF4-FFF2-40B4-BE49-F238E27FC236}">
                  <a16:creationId xmlns:a16="http://schemas.microsoft.com/office/drawing/2014/main" id="{99D9585D-C839-28CC-8652-6119118B9877}"/>
                </a:ext>
              </a:extLst>
            </p:cNvPr>
            <p:cNvSpPr/>
            <p:nvPr userDrawn="1"/>
          </p:nvSpPr>
          <p:spPr>
            <a:xfrm>
              <a:off x="-917979" y="5339958"/>
              <a:ext cx="285713" cy="285750"/>
            </a:xfrm>
            <a:prstGeom prst="ellipse">
              <a:avLst/>
            </a:prstGeom>
            <a:solidFill>
              <a:srgbClr val="FBCD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7" name="円/楕円 17">
              <a:extLst>
                <a:ext uri="{FF2B5EF4-FFF2-40B4-BE49-F238E27FC236}">
                  <a16:creationId xmlns:a16="http://schemas.microsoft.com/office/drawing/2014/main" id="{90F1ACE2-2A42-8CBE-B448-F4D96220590B}"/>
                </a:ext>
              </a:extLst>
            </p:cNvPr>
            <p:cNvSpPr/>
            <p:nvPr userDrawn="1"/>
          </p:nvSpPr>
          <p:spPr>
            <a:xfrm>
              <a:off x="-917979" y="5750724"/>
              <a:ext cx="285713" cy="28575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8" name="円/楕円 18">
              <a:extLst>
                <a:ext uri="{FF2B5EF4-FFF2-40B4-BE49-F238E27FC236}">
                  <a16:creationId xmlns:a16="http://schemas.microsoft.com/office/drawing/2014/main" id="{44C76DAA-216A-1AF7-E579-18BBFD928EFA}"/>
                </a:ext>
              </a:extLst>
            </p:cNvPr>
            <p:cNvSpPr/>
            <p:nvPr userDrawn="1"/>
          </p:nvSpPr>
          <p:spPr>
            <a:xfrm>
              <a:off x="-917979" y="6161490"/>
              <a:ext cx="285713" cy="285750"/>
            </a:xfrm>
            <a:prstGeom prst="ellipse">
              <a:avLst/>
            </a:prstGeom>
            <a:solidFill>
              <a:srgbClr val="FFFF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9" name="円/楕円 19">
              <a:extLst>
                <a:ext uri="{FF2B5EF4-FFF2-40B4-BE49-F238E27FC236}">
                  <a16:creationId xmlns:a16="http://schemas.microsoft.com/office/drawing/2014/main" id="{DA82447E-F921-C06C-D9DA-0DBF95ED2ADD}"/>
                </a:ext>
              </a:extLst>
            </p:cNvPr>
            <p:cNvSpPr/>
            <p:nvPr userDrawn="1"/>
          </p:nvSpPr>
          <p:spPr>
            <a:xfrm>
              <a:off x="-917979" y="6572250"/>
              <a:ext cx="285713" cy="285750"/>
            </a:xfrm>
            <a:prstGeom prst="ellipse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11185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0">
          <p15:clr>
            <a:srgbClr val="F26B43"/>
          </p15:clr>
        </p15:guide>
        <p15:guide id="2" pos="512">
          <p15:clr>
            <a:srgbClr val="F26B43"/>
          </p15:clr>
        </p15:guide>
        <p15:guide id="3" pos="7168">
          <p15:clr>
            <a:srgbClr val="F26B43"/>
          </p15:clr>
        </p15:guide>
        <p15:guide id="4" orient="horz" pos="1094">
          <p15:clr>
            <a:srgbClr val="F26B43"/>
          </p15:clr>
        </p15:guide>
        <p15:guide id="5" orient="horz" pos="39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3494269-076D-F701-A250-EDD8D725828D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35878EE-625D-B52B-61FF-DC4E5086B42C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dirty="0">
                <a:solidFill>
                  <a:schemeClr val="tx1"/>
                </a:solidFill>
              </a:endParaRPr>
            </a:p>
          </p:txBody>
        </p:sp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9A7119B9-8D0A-AE0B-C278-4C8251B82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2798" y="2645291"/>
              <a:ext cx="4726800" cy="2511112"/>
            </a:xfrm>
            <a:prstGeom prst="rect">
              <a:avLst/>
            </a:prstGeom>
          </p:spPr>
        </p:pic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DBA21AF-B05D-132B-F7BB-596FB03732CC}"/>
                </a:ext>
              </a:extLst>
            </p:cNvPr>
            <p:cNvSpPr txBox="1"/>
            <p:nvPr userDrawn="1"/>
          </p:nvSpPr>
          <p:spPr>
            <a:xfrm>
              <a:off x="813594" y="1731340"/>
              <a:ext cx="4731006" cy="908566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fontAlgn="base">
                <a:spcAft>
                  <a:spcPts val="400"/>
                </a:spcAft>
              </a:pPr>
              <a:r>
                <a:rPr lang="ja-JP" altLang="en-US" sz="1400" b="1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ページ追加</a:t>
              </a:r>
              <a:endParaRPr lang="en-US" altLang="ja-JP" sz="1200" b="1" dirty="0"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 algn="just" fontAlgn="base">
                <a:spcAft>
                  <a:spcPts val="400"/>
                </a:spcAft>
              </a:pPr>
              <a:r>
                <a:rPr lang="ja-JP" altLang="en-US" sz="1200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ページを追加する場合は、上部メニューで［</a:t>
              </a:r>
              <a:r>
                <a:rPr lang="en-US" altLang="ja-JP" sz="1200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 </a:t>
              </a:r>
              <a:r>
                <a:rPr lang="ja-JP" altLang="en-US" sz="1200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ホーム ］を表示した状態で、左上部に表示される［ 新しいスライド ∨ ］をクリックしてください。下図のように使用可能なテンプレート一覧が表示されます。</a:t>
              </a:r>
              <a:endParaRPr lang="en-US" altLang="ja-JP" sz="1200" dirty="0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90E917-97B1-AE1E-080A-47B1CF0CB929}"/>
                </a:ext>
              </a:extLst>
            </p:cNvPr>
            <p:cNvSpPr txBox="1"/>
            <p:nvPr userDrawn="1"/>
          </p:nvSpPr>
          <p:spPr>
            <a:xfrm>
              <a:off x="6647400" y="1747742"/>
              <a:ext cx="4731006" cy="1003151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fontAlgn="base">
                <a:spcAft>
                  <a:spcPts val="400"/>
                </a:spcAft>
              </a:pPr>
              <a:r>
                <a:rPr lang="ja-JP" altLang="en-US" sz="1400" b="1" dirty="0">
                  <a:latin typeface="+mn-ea"/>
                  <a:ea typeface="+mn-ea"/>
                </a:rPr>
                <a:t>推奨コンテンツ配置エリア</a:t>
              </a:r>
              <a:endParaRPr lang="en-US" altLang="ja-JP" sz="1400" b="1" dirty="0">
                <a:latin typeface="+mn-ea"/>
                <a:ea typeface="+mn-ea"/>
              </a:endParaRPr>
            </a:p>
            <a:p>
              <a:pPr algn="just" fontAlgn="base">
                <a:spcAft>
                  <a:spcPts val="400"/>
                </a:spcAft>
              </a:pPr>
              <a:r>
                <a:rPr lang="ja-JP" altLang="en-US" sz="1200" dirty="0">
                  <a:latin typeface="+mn-ea"/>
                  <a:ea typeface="+mn-ea"/>
                </a:rPr>
                <a:t>本文や画像などのコンテンツは、ガイドの赤い点線の内側に収めて配置することを推奨します。ガイドは、メニューの［</a:t>
              </a:r>
              <a:r>
                <a:rPr lang="en-US" altLang="ja-JP" sz="1200" dirty="0">
                  <a:latin typeface="+mn-ea"/>
                  <a:ea typeface="+mn-ea"/>
                </a:rPr>
                <a:t> </a:t>
              </a:r>
              <a:r>
                <a:rPr lang="ja-JP" altLang="en-US" sz="1200" dirty="0">
                  <a:latin typeface="+mn-ea"/>
                  <a:ea typeface="+mn-ea"/>
                </a:rPr>
                <a:t>表示 ］を選択後、上部に表示される項目のうち［</a:t>
              </a:r>
              <a:r>
                <a:rPr lang="en-US" altLang="ja-JP" sz="1200" dirty="0">
                  <a:latin typeface="+mn-ea"/>
                  <a:ea typeface="+mn-ea"/>
                </a:rPr>
                <a:t> </a:t>
              </a:r>
              <a:r>
                <a:rPr lang="ja-JP" altLang="en-US" sz="1200" dirty="0">
                  <a:latin typeface="+mn-ea"/>
                  <a:ea typeface="+mn-ea"/>
                </a:rPr>
                <a:t>□ ガイド ］にチェックを入れると表示されます。</a:t>
              </a:r>
            </a:p>
          </p:txBody>
        </p:sp>
        <p:sp>
          <p:nvSpPr>
            <p:cNvPr id="7" name="テキスト プレースホルダー 2">
              <a:extLst>
                <a:ext uri="{FF2B5EF4-FFF2-40B4-BE49-F238E27FC236}">
                  <a16:creationId xmlns:a16="http://schemas.microsoft.com/office/drawing/2014/main" id="{E75D29C5-1490-41CC-8D7C-4FFCC66756B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97284" y="347572"/>
              <a:ext cx="8644323" cy="1066559"/>
            </a:xfrm>
            <a:prstGeom prst="rect">
              <a:avLst/>
            </a:prstGeom>
          </p:spPr>
          <p:txBody>
            <a:bodyPr lIns="0" tIns="0" rIns="0" bIns="0"/>
            <a:lstStyle>
              <a:lvl1pPr marL="228584" indent="-228584" algn="l" defTabSz="914339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kumimoji="1" sz="2800" kern="1200" baseline="0">
                  <a:solidFill>
                    <a:schemeClr val="tx1"/>
                  </a:solidFill>
                  <a:latin typeface="游ゴシック Medium" panose="020B0400000000000000" pitchFamily="34" charset="-128"/>
                  <a:ea typeface="游ゴシック Medium" panose="020B0400000000000000" pitchFamily="34" charset="-128"/>
                  <a:cs typeface="+mn-cs"/>
                </a:defRPr>
              </a:lvl1pPr>
              <a:lvl2pPr marL="685754" indent="-228584" algn="l" defTabSz="914339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400" kern="1200" baseline="0">
                  <a:solidFill>
                    <a:schemeClr val="tx1"/>
                  </a:solidFill>
                  <a:latin typeface="游ゴシック Medium" panose="020B0400000000000000" pitchFamily="34" charset="-128"/>
                  <a:ea typeface="游ゴシック Medium" panose="020B0400000000000000" pitchFamily="34" charset="-128"/>
                  <a:cs typeface="+mn-cs"/>
                </a:defRPr>
              </a:lvl2pPr>
              <a:lvl3pPr marL="1142924" indent="-228584" algn="l" defTabSz="914339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2000" kern="1200" baseline="0">
                  <a:solidFill>
                    <a:schemeClr val="tx1"/>
                  </a:solidFill>
                  <a:latin typeface="游ゴシック Medium" panose="020B0400000000000000" pitchFamily="34" charset="-128"/>
                  <a:ea typeface="游ゴシック Medium" panose="020B0400000000000000" pitchFamily="34" charset="-128"/>
                  <a:cs typeface="+mn-cs"/>
                </a:defRPr>
              </a:lvl3pPr>
              <a:lvl4pPr marL="1600093" indent="-228584" algn="l" defTabSz="914339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 baseline="0">
                  <a:solidFill>
                    <a:schemeClr val="tx1"/>
                  </a:solidFill>
                  <a:latin typeface="游ゴシック Medium" panose="020B0400000000000000" pitchFamily="34" charset="-128"/>
                  <a:ea typeface="游ゴシック Medium" panose="020B0400000000000000" pitchFamily="34" charset="-128"/>
                  <a:cs typeface="+mn-cs"/>
                </a:defRPr>
              </a:lvl4pPr>
              <a:lvl5pPr marL="2057262" indent="-228584" algn="l" defTabSz="914339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 baseline="0">
                  <a:solidFill>
                    <a:schemeClr val="tx1"/>
                  </a:solidFill>
                  <a:latin typeface="游ゴシック Medium" panose="020B0400000000000000" pitchFamily="34" charset="-128"/>
                  <a:ea typeface="游ゴシック Medium" panose="020B0400000000000000" pitchFamily="34" charset="-128"/>
                  <a:cs typeface="+mn-cs"/>
                </a:defRPr>
              </a:lvl5pPr>
              <a:lvl6pPr marL="2514433" indent="-228584" algn="l" defTabSz="914339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02" indent="-228584" algn="l" defTabSz="914339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771" indent="-228584" algn="l" defTabSz="914339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941" indent="-228584" algn="l" defTabSz="914339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ja-JP" altLang="en-US" b="1">
                  <a:latin typeface="Yu Gothic" panose="020B0400000000000000" pitchFamily="34" charset="-128"/>
                  <a:ea typeface="Yu Gothic" panose="020B0400000000000000" pitchFamily="34" charset="-128"/>
                </a:rPr>
                <a:t>ページ追加の手順と、その他の推奨項目</a:t>
              </a:r>
            </a:p>
          </p:txBody>
        </p:sp>
        <p:sp>
          <p:nvSpPr>
            <p:cNvPr id="8" name="楕円 3">
              <a:extLst>
                <a:ext uri="{FF2B5EF4-FFF2-40B4-BE49-F238E27FC236}">
                  <a16:creationId xmlns:a16="http://schemas.microsoft.com/office/drawing/2014/main" id="{58F0B86E-7913-10B1-FD68-176B74A43776}"/>
                </a:ext>
              </a:extLst>
            </p:cNvPr>
            <p:cNvSpPr/>
            <p:nvPr/>
          </p:nvSpPr>
          <p:spPr>
            <a:xfrm>
              <a:off x="904099" y="2645294"/>
              <a:ext cx="668411" cy="668411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13D58687-4648-3FD3-17CA-7015B4878DDB}"/>
                </a:ext>
              </a:extLst>
            </p:cNvPr>
            <p:cNvSpPr txBox="1"/>
            <p:nvPr userDrawn="1"/>
          </p:nvSpPr>
          <p:spPr>
            <a:xfrm>
              <a:off x="813594" y="5307442"/>
              <a:ext cx="4731006" cy="379743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just" fontAlgn="base">
                <a:spcAft>
                  <a:spcPts val="400"/>
                </a:spcAft>
              </a:pPr>
              <a:r>
                <a:rPr lang="en-US" altLang="ja-JP" sz="1200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※</a:t>
              </a:r>
              <a:r>
                <a:rPr lang="ja-JP" altLang="en-US" sz="1200">
                  <a:latin typeface="Yu Gothic" panose="020B0400000000000000" pitchFamily="34" charset="-128"/>
                  <a:ea typeface="Yu Gothic" panose="020B0400000000000000" pitchFamily="34" charset="-128"/>
                </a:rPr>
                <a:t>［ タイトルページ（</a:t>
              </a:r>
              <a:r>
                <a:rPr lang="en-US" altLang="ja-JP" sz="1200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White</a:t>
              </a:r>
              <a:r>
                <a:rPr lang="ja-JP" altLang="en-US" sz="1200">
                  <a:latin typeface="Yu Gothic" panose="020B0400000000000000" pitchFamily="34" charset="-128"/>
                  <a:ea typeface="Yu Gothic" panose="020B0400000000000000" pitchFamily="34" charset="-128"/>
                </a:rPr>
                <a:t>）</a:t>
              </a:r>
              <a:r>
                <a:rPr lang="en-US" altLang="ja-JP" sz="1200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2</a:t>
              </a:r>
              <a:r>
                <a:rPr lang="en-US" sz="1200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］</a:t>
              </a:r>
              <a:r>
                <a:rPr lang="ja-JP" altLang="en-US" sz="1200">
                  <a:latin typeface="Yu Gothic" panose="020B0400000000000000" pitchFamily="34" charset="-128"/>
                  <a:ea typeface="Yu Gothic" panose="020B0400000000000000" pitchFamily="34" charset="-128"/>
                </a:rPr>
                <a:t>使用時は「</a:t>
              </a:r>
              <a:r>
                <a:rPr lang="en-US" sz="1200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Master Title」</a:t>
              </a:r>
              <a:r>
                <a:rPr lang="ja-JP" altLang="en-US" sz="1200">
                  <a:latin typeface="Yu Gothic" panose="020B0400000000000000" pitchFamily="34" charset="-128"/>
                  <a:ea typeface="Yu Gothic" panose="020B0400000000000000" pitchFamily="34" charset="-128"/>
                </a:rPr>
                <a:t>のテキストボックスを移動させ、写真配置アイコンをクリックしてください。</a:t>
              </a:r>
              <a:endParaRPr lang="en-US" altLang="ja-JP" sz="1200" dirty="0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9C930D54-9F7B-7E10-4229-D766757228C7}"/>
                </a:ext>
              </a:extLst>
            </p:cNvPr>
            <p:cNvSpPr txBox="1"/>
            <p:nvPr userDrawn="1"/>
          </p:nvSpPr>
          <p:spPr>
            <a:xfrm>
              <a:off x="813594" y="5817330"/>
              <a:ext cx="4731006" cy="379743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just" fontAlgn="base">
                <a:spcAft>
                  <a:spcPts val="400"/>
                </a:spcAft>
              </a:pPr>
              <a:r>
                <a:rPr lang="en-US" altLang="ja-JP" sz="1200" dirty="0">
                  <a:latin typeface="+mn-ea"/>
                  <a:ea typeface="+mn-ea"/>
                </a:rPr>
                <a:t>※</a:t>
              </a:r>
              <a:r>
                <a:rPr lang="ja-JP" altLang="en-US" sz="1200">
                  <a:latin typeface="+mn-ea"/>
                  <a:ea typeface="+mn-ea"/>
                </a:rPr>
                <a:t>コンテンツ入力後に「スライドのレイアウト」から別の種類のスラ</a:t>
              </a:r>
              <a:br>
                <a:rPr lang="en-US" altLang="ja-JP" sz="1200" dirty="0">
                  <a:latin typeface="+mn-ea"/>
                  <a:ea typeface="+mn-ea"/>
                </a:rPr>
              </a:br>
              <a:r>
                <a:rPr lang="ja-JP" altLang="en-US" sz="1200">
                  <a:latin typeface="+mn-ea"/>
                  <a:ea typeface="+mn-ea"/>
                </a:rPr>
                <a:t>　イドに変更した場合、配置が崩れる場合があります。</a:t>
              </a:r>
              <a:endParaRPr lang="ja-JP" altLang="en-US" sz="1200" dirty="0">
                <a:latin typeface="+mn-ea"/>
                <a:ea typeface="+mn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C65A65-F9CC-AD2D-E250-98B754AE4498}"/>
                </a:ext>
              </a:extLst>
            </p:cNvPr>
            <p:cNvSpPr txBox="1"/>
            <p:nvPr userDrawn="1"/>
          </p:nvSpPr>
          <p:spPr>
            <a:xfrm>
              <a:off x="6647402" y="3119033"/>
              <a:ext cx="4731006" cy="814888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fontAlgn="base">
                <a:spcAft>
                  <a:spcPts val="400"/>
                </a:spcAft>
              </a:pPr>
              <a:r>
                <a:rPr lang="ja-JP" altLang="en-US" sz="1400" b="1">
                  <a:latin typeface="+mn-ea"/>
                  <a:ea typeface="+mn-ea"/>
                </a:rPr>
                <a:t>推奨カラー</a:t>
              </a:r>
              <a:endParaRPr lang="en-US" altLang="ja-JP" sz="1400" b="1" dirty="0">
                <a:latin typeface="+mn-ea"/>
                <a:ea typeface="+mn-ea"/>
              </a:endParaRPr>
            </a:p>
            <a:p>
              <a:pPr algn="just" fontAlgn="base">
                <a:spcAft>
                  <a:spcPts val="400"/>
                </a:spcAft>
              </a:pPr>
              <a:r>
                <a:rPr lang="ja-JP" altLang="en-US" sz="1200">
                  <a:latin typeface="+mn-ea"/>
                  <a:ea typeface="+mn-ea"/>
                </a:rPr>
                <a:t>テーマで設定されているカラー、もしくはページ左外に配置されたカラーパレットより選択してください。色数が足りない場合は、カラーパレットに近い色を選定してください。</a:t>
              </a:r>
              <a:endParaRPr lang="en-US" altLang="ja-JP" sz="1200" dirty="0">
                <a:latin typeface="+mn-ea"/>
                <a:ea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B5A0962-392C-AB5C-4A6F-F62E4EC7255B}"/>
                </a:ext>
              </a:extLst>
            </p:cNvPr>
            <p:cNvSpPr txBox="1"/>
            <p:nvPr userDrawn="1"/>
          </p:nvSpPr>
          <p:spPr>
            <a:xfrm>
              <a:off x="6647402" y="4302061"/>
              <a:ext cx="4731006" cy="1066559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fontAlgn="base">
                <a:spcAft>
                  <a:spcPts val="400"/>
                </a:spcAft>
              </a:pPr>
              <a:r>
                <a:rPr lang="ja-JP" altLang="en-US" sz="1400" b="1">
                  <a:latin typeface="+mn-ea"/>
                  <a:ea typeface="+mn-ea"/>
                </a:rPr>
                <a:t>推奨フォント</a:t>
              </a:r>
              <a:endParaRPr lang="en-US" altLang="ja-JP" sz="1400" b="1" dirty="0">
                <a:latin typeface="+mn-ea"/>
                <a:ea typeface="+mn-ea"/>
              </a:endParaRPr>
            </a:p>
            <a:p>
              <a:pPr algn="just" fontAlgn="base">
                <a:spcAft>
                  <a:spcPts val="400"/>
                </a:spcAft>
              </a:pPr>
              <a:r>
                <a:rPr lang="ja-JP" altLang="en-US" sz="1200">
                  <a:latin typeface="+mn-ea"/>
                  <a:ea typeface="+mn-ea"/>
                </a:rPr>
                <a:t>游ゴシック</a:t>
              </a:r>
              <a:r>
                <a:rPr lang="ja-JP" altLang="en-US" sz="1200" b="0">
                  <a:latin typeface="+mn-ea"/>
                  <a:ea typeface="+mn-ea"/>
                </a:rPr>
                <a:t>です。テンプレートで設定されている文字サイズは最小の推奨使用サイズです（</a:t>
              </a:r>
              <a:r>
                <a:rPr lang="ja-JP" altLang="en-US" sz="1200" b="0" i="0">
                  <a:effectLst/>
                  <a:latin typeface="+mn-ea"/>
                  <a:ea typeface="+mn-ea"/>
                </a:rPr>
                <a:t>タイトル：</a:t>
              </a:r>
              <a:r>
                <a:rPr lang="en-US" altLang="ja-JP" sz="1200" b="0" i="0" dirty="0">
                  <a:effectLst/>
                  <a:latin typeface="+mn-ea"/>
                  <a:ea typeface="+mn-ea"/>
                </a:rPr>
                <a:t>28pt</a:t>
              </a:r>
              <a:r>
                <a:rPr lang="ja-JP" altLang="en-US" sz="1200" b="0" i="0">
                  <a:effectLst/>
                  <a:latin typeface="+mn-ea"/>
                  <a:ea typeface="+mn-ea"/>
                </a:rPr>
                <a:t>、本文：</a:t>
              </a:r>
              <a:r>
                <a:rPr lang="en-US" altLang="ja-JP" sz="1200" b="0" i="0" dirty="0">
                  <a:effectLst/>
                  <a:latin typeface="+mn-ea"/>
                  <a:ea typeface="+mn-ea"/>
                </a:rPr>
                <a:t>24pt</a:t>
              </a:r>
              <a:r>
                <a:rPr lang="en-US" sz="1200" b="0" i="0" dirty="0">
                  <a:effectLst/>
                  <a:latin typeface="+mn-ea"/>
                  <a:ea typeface="+mn-ea"/>
                </a:rPr>
                <a:t>）。</a:t>
              </a:r>
            </a:p>
            <a:p>
              <a:pPr algn="just" fontAlgn="base">
                <a:spcAft>
                  <a:spcPts val="400"/>
                </a:spcAft>
              </a:pPr>
              <a:r>
                <a:rPr lang="ja-JP" altLang="en-JP" sz="1200" b="0">
                  <a:latin typeface="+mn-ea"/>
                  <a:ea typeface="+mn-ea"/>
                </a:rPr>
                <a:t>他は</a:t>
              </a:r>
              <a:r>
                <a:rPr lang="ja-JP" altLang="en-US" sz="1200" b="0">
                  <a:latin typeface="+mn-ea"/>
                  <a:ea typeface="+mn-ea"/>
                </a:rPr>
                <a:t>、文量やレイアウトによってフォントサイズの調整が必要な場合は、可読性・視認性に留意し、適宜設定してください。</a:t>
              </a:r>
              <a:endParaRPr lang="en-US" altLang="ja-JP" sz="1200" b="0" dirty="0">
                <a:latin typeface="+mn-ea"/>
                <a:ea typeface="+mn-ea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D82570B-6C69-F4A0-2748-FED4B16C991F}"/>
                </a:ext>
              </a:extLst>
            </p:cNvPr>
            <p:cNvSpPr txBox="1"/>
            <p:nvPr userDrawn="1"/>
          </p:nvSpPr>
          <p:spPr>
            <a:xfrm>
              <a:off x="6647402" y="5736761"/>
              <a:ext cx="4731006" cy="419418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fontAlgn="base">
                <a:spcAft>
                  <a:spcPts val="400"/>
                </a:spcAft>
              </a:pPr>
              <a:r>
                <a:rPr lang="ja-JP" altLang="en-US" sz="1400" b="1">
                  <a:latin typeface="+mn-ea"/>
                  <a:ea typeface="+mn-ea"/>
                </a:rPr>
                <a:t>行間および段落</a:t>
              </a:r>
              <a:endParaRPr lang="en-US" altLang="ja-JP" sz="1400" b="1" dirty="0">
                <a:latin typeface="+mn-ea"/>
                <a:ea typeface="+mn-ea"/>
              </a:endParaRPr>
            </a:p>
            <a:p>
              <a:pPr algn="just" fontAlgn="base">
                <a:spcAft>
                  <a:spcPts val="400"/>
                </a:spcAft>
              </a:pPr>
              <a:r>
                <a:rPr lang="ja-JP" altLang="en-US" sz="1200">
                  <a:latin typeface="+mn-ea"/>
                  <a:ea typeface="+mn-ea"/>
                </a:rPr>
                <a:t>可読性・視認性に留意して適宜設定してください。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2032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CEF8F7A-DA6B-8FB4-BC43-61207BF336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AF55A0-E156-E998-0230-8771D9A0D0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8760287"/>
      </p:ext>
    </p:extLst>
  </p:cSld>
  <p:clrMapOvr>
    <a:masterClrMapping/>
  </p:clrMapOvr>
</p:sld>
</file>

<file path=ppt/theme/theme1.xml><?xml version="1.0" encoding="utf-8"?>
<a:theme xmlns:a="http://schemas.openxmlformats.org/drawingml/2006/main" name="CorporateColor_Blue">
  <a:themeElements>
    <a:clrScheme name="CTC_Blue">
      <a:dk1>
        <a:srgbClr val="FFFFFF"/>
      </a:dk1>
      <a:lt1>
        <a:srgbClr val="013C85"/>
      </a:lt1>
      <a:dk2>
        <a:srgbClr val="CACACA"/>
      </a:dk2>
      <a:lt2>
        <a:srgbClr val="005CCA"/>
      </a:lt2>
      <a:accent1>
        <a:srgbClr val="F5F5F5"/>
      </a:accent1>
      <a:accent2>
        <a:srgbClr val="01B1C9"/>
      </a:accent2>
      <a:accent3>
        <a:srgbClr val="009244"/>
      </a:accent3>
      <a:accent4>
        <a:srgbClr val="E80000"/>
      </a:accent4>
      <a:accent5>
        <a:srgbClr val="FFFF00"/>
      </a:accent5>
      <a:accent6>
        <a:srgbClr val="000000"/>
      </a:accent6>
      <a:hlink>
        <a:srgbClr val="4C8DDA"/>
      </a:hlink>
      <a:folHlink>
        <a:srgbClr val="99BEEA"/>
      </a:folHlink>
    </a:clrScheme>
    <a:fontScheme name="ユーザー定義 1">
      <a:majorFont>
        <a:latin typeface="游ゴシック Medium"/>
        <a:ea typeface="游ゴシック Medium"/>
        <a:cs typeface=""/>
      </a:majorFont>
      <a:minorFont>
        <a:latin typeface="游ゴシック Medium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rporateColor_White">
  <a:themeElements>
    <a:clrScheme name="CTC_White">
      <a:dk1>
        <a:srgbClr val="013C85"/>
      </a:dk1>
      <a:lt1>
        <a:srgbClr val="FFFFFF"/>
      </a:lt1>
      <a:dk2>
        <a:srgbClr val="013C85"/>
      </a:dk2>
      <a:lt2>
        <a:srgbClr val="CACACA"/>
      </a:lt2>
      <a:accent1>
        <a:srgbClr val="005CCA"/>
      </a:accent1>
      <a:accent2>
        <a:srgbClr val="01B0C9"/>
      </a:accent2>
      <a:accent3>
        <a:srgbClr val="009244"/>
      </a:accent3>
      <a:accent4>
        <a:srgbClr val="E80000"/>
      </a:accent4>
      <a:accent5>
        <a:srgbClr val="FFFF00"/>
      </a:accent5>
      <a:accent6>
        <a:srgbClr val="000000"/>
      </a:accent6>
      <a:hlink>
        <a:srgbClr val="4C8DDA"/>
      </a:hlink>
      <a:folHlink>
        <a:srgbClr val="98BEE9"/>
      </a:folHlink>
    </a:clrScheme>
    <a:fontScheme name="ユーザー定義 1">
      <a:majorFont>
        <a:latin typeface="游ゴシック Medium"/>
        <a:ea typeface="游ゴシック Medium"/>
        <a:cs typeface=""/>
      </a:majorFont>
      <a:minorFont>
        <a:latin typeface="游ゴシック Medium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rporatePhilosophy">
  <a:themeElements>
    <a:clrScheme name="CTC_Blue">
      <a:dk1>
        <a:srgbClr val="FFFFFF"/>
      </a:dk1>
      <a:lt1>
        <a:srgbClr val="013C85"/>
      </a:lt1>
      <a:dk2>
        <a:srgbClr val="CACACA"/>
      </a:dk2>
      <a:lt2>
        <a:srgbClr val="005CCA"/>
      </a:lt2>
      <a:accent1>
        <a:srgbClr val="F5F5F5"/>
      </a:accent1>
      <a:accent2>
        <a:srgbClr val="01B1C9"/>
      </a:accent2>
      <a:accent3>
        <a:srgbClr val="009244"/>
      </a:accent3>
      <a:accent4>
        <a:srgbClr val="E80000"/>
      </a:accent4>
      <a:accent5>
        <a:srgbClr val="FFFF00"/>
      </a:accent5>
      <a:accent6>
        <a:srgbClr val="000000"/>
      </a:accent6>
      <a:hlink>
        <a:srgbClr val="4C8DDA"/>
      </a:hlink>
      <a:folHlink>
        <a:srgbClr val="99BEEA"/>
      </a:folHlink>
    </a:clrScheme>
    <a:fontScheme name="ユーザー定義 1">
      <a:majorFont>
        <a:latin typeface="游ゴシック Medium"/>
        <a:ea typeface="游ゴシック Medium"/>
        <a:cs typeface=""/>
      </a:majorFont>
      <a:minorFont>
        <a:latin typeface="游ゴシック Medium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852ED5404D7184BB1FAAF48B03E2814" ma:contentTypeVersion="17" ma:contentTypeDescription="新しいドキュメントを作成します。" ma:contentTypeScope="" ma:versionID="d8dc6d8661c69ee934d42f76317ce508">
  <xsd:schema xmlns:xsd="http://www.w3.org/2001/XMLSchema" xmlns:xs="http://www.w3.org/2001/XMLSchema" xmlns:p="http://schemas.microsoft.com/office/2006/metadata/properties" xmlns:ns2="ea247311-c153-44f9-8e3f-2aa86b175f47" xmlns:ns3="88c962b8-115f-4205-b891-939ec131c46c" targetNamespace="http://schemas.microsoft.com/office/2006/metadata/properties" ma:root="true" ma:fieldsID="e24df1055a0bf01d42d4fc55f4426425" ns2:_="" ns3:_="">
    <xsd:import namespace="ea247311-c153-44f9-8e3f-2aa86b175f47"/>
    <xsd:import namespace="88c962b8-115f-4205-b891-939ec131c4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247311-c153-44f9-8e3f-2aa86b175f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6bc6290a-8cd6-4a27-9e67-61465016fc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962b8-115f-4205-b891-939ec131c46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d7b9ed24-0d31-4f86-94f1-a9944e46b102}" ma:internalName="TaxCatchAll" ma:showField="CatchAllData" ma:web="88c962b8-115f-4205-b891-939ec131c4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7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247311-c153-44f9-8e3f-2aa86b175f47">
      <Terms xmlns="http://schemas.microsoft.com/office/infopath/2007/PartnerControls"/>
    </lcf76f155ced4ddcb4097134ff3c332f>
    <TaxCatchAll xmlns="88c962b8-115f-4205-b891-939ec131c46c" xsi:nil="true"/>
  </documentManagement>
</p:properties>
</file>

<file path=customXml/itemProps1.xml><?xml version="1.0" encoding="utf-8"?>
<ds:datastoreItem xmlns:ds="http://schemas.openxmlformats.org/officeDocument/2006/customXml" ds:itemID="{E568E5C1-C745-4549-A88C-B6756F20F2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247311-c153-44f9-8e3f-2aa86b175f47"/>
    <ds:schemaRef ds:uri="88c962b8-115f-4205-b891-939ec131c4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B0562A-BA10-403E-AAEF-F86CF03277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21AB49-47AA-4F55-A869-9ABAA60B429E}">
  <ds:schemaRefs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88c962b8-115f-4205-b891-939ec131c46c"/>
    <ds:schemaRef ds:uri="http://purl.org/dc/elements/1.1/"/>
    <ds:schemaRef ds:uri="ea247311-c153-44f9-8e3f-2aa86b175f47"/>
    <ds:schemaRef ds:uri="http://purl.org/dc/terms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288</Words>
  <Application>Microsoft Office PowerPoint</Application>
  <PresentationFormat>ワイド画面</PresentationFormat>
  <Paragraphs>14</Paragraphs>
  <Slides>2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Yu Gothic</vt:lpstr>
      <vt:lpstr>Yu Gothic Medium</vt:lpstr>
      <vt:lpstr>Yu Gothic Medium</vt:lpstr>
      <vt:lpstr>Arial</vt:lpstr>
      <vt:lpstr>CorporateColor_Blue</vt:lpstr>
      <vt:lpstr>CorporateColor_White</vt:lpstr>
      <vt:lpstr>CorporatePhilosophy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渡辺　裕美子</cp:lastModifiedBy>
  <cp:revision>11</cp:revision>
  <dcterms:created xsi:type="dcterms:W3CDTF">2025-02-21T11:36:23Z</dcterms:created>
  <dcterms:modified xsi:type="dcterms:W3CDTF">2026-05-11T05:22:21Z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0x010100A852ED5404D7184BB1FAAF48B03E2814</vt:lpwstr>
  </property>
  <property fmtid="{D5CDD505-2E9C-101B-9397-08002B2CF9AE}" pid="3" name="MediaServiceImageTags">
    <vt:lpwstr/>
  </property>
  <property fmtid="{D5CDD505-2E9C-101B-9397-08002B2CF9AE}" pid="4" name="MSIP_Label_babb27ca-7868-470c-8d5b-74df37759162_Enabled">
    <vt:lpwstr>true</vt:lpwstr>
  </property>
  <property fmtid="{D5CDD505-2E9C-101B-9397-08002B2CF9AE}" pid="5" name="MSIP_Label_babb27ca-7868-470c-8d5b-74df37759162_SetDate">
    <vt:lpwstr>2026-04-17T05:37:38Z</vt:lpwstr>
  </property>
  <property fmtid="{D5CDD505-2E9C-101B-9397-08002B2CF9AE}" pid="6" name="MSIP_Label_babb27ca-7868-470c-8d5b-74df37759162_Method">
    <vt:lpwstr>Privileged</vt:lpwstr>
  </property>
  <property fmtid="{D5CDD505-2E9C-101B-9397-08002B2CF9AE}" pid="7" name="MSIP_Label_babb27ca-7868-470c-8d5b-74df37759162_Name">
    <vt:lpwstr>babb27ca-7868-470c-8d5b-74df37759162</vt:lpwstr>
  </property>
  <property fmtid="{D5CDD505-2E9C-101B-9397-08002B2CF9AE}" pid="8" name="MSIP_Label_babb27ca-7868-470c-8d5b-74df37759162_SiteId">
    <vt:lpwstr>bdda4ca5-4ffd-4f47-9e0d-ce56ad194b37</vt:lpwstr>
  </property>
  <property fmtid="{D5CDD505-2E9C-101B-9397-08002B2CF9AE}" pid="9" name="MSIP_Label_babb27ca-7868-470c-8d5b-74df37759162_ActionId">
    <vt:lpwstr>4e2683a5-2c96-454b-9697-1f3ab6481dfa</vt:lpwstr>
  </property>
  <property fmtid="{D5CDD505-2E9C-101B-9397-08002B2CF9AE}" pid="10" name="MSIP_Label_babb27ca-7868-470c-8d5b-74df37759162_ContentBits">
    <vt:lpwstr>0</vt:lpwstr>
  </property>
</Properties>
</file>