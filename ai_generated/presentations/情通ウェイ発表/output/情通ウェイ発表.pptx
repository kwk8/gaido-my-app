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2" r:id="rId4"/>
    <p:sldMasterId id="2147483662" r:id="rId5"/>
    <p:sldMasterId id="2147483674" r:id="rId6"/>
  </p:sldMasterIdLst>
  <p:sldIdLst>
    <p:sldId id="256" r:id="rId8"/>
    <p:sldId id="257" r:id="rId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5CC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 uri="{1BD7E111-0CB8-44D6-8891-C1BB2F81B7CC}">
      <p1710:readonlyRecommended xmlns:p1710="http://schemas.microsoft.com/office/powerpoint/2017/10/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447" autoAdjust="0"/>
    <p:restoredTop sz="94660"/>
  </p:normalViewPr>
  <p:slideViewPr>
    <p:cSldViewPr snapToGrid="0">
      <p:cViewPr varScale="1">
        <p:scale>
          <a:sx n="146" d="100"/>
          <a:sy n="146" d="100"/>
        </p:scale>
        <p:origin x="3576" y="3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 Target="slides/slide2.xml"/><Relationship Id="rId8" Type="http://schemas.openxmlformats.org/officeDocument/2006/relationships/slide" Target="slides/slide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microsoft.com/office/2016/11/relationships/changesInfo" Target="changesInfos/changesInfo1.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渡辺　裕美子" userId="dfaf59ba-34b4-4945-9cd4-12722de19090" providerId="ADAL" clId="{D7FA7692-A690-4305-84AD-867B16E14331}"/>
    <pc:docChg chg="addSld">
      <pc:chgData name="渡辺　裕美子" userId="dfaf59ba-34b4-4945-9cd4-12722de19090" providerId="ADAL" clId="{D7FA7692-A690-4305-84AD-867B16E14331}" dt="2026-05-11T05:22:20.939" v="0" actId="680"/>
      <pc:docMkLst>
        <pc:docMk/>
      </pc:docMkLst>
      <pc:sldChg chg="new">
        <pc:chgData name="渡辺　裕美子" userId="dfaf59ba-34b4-4945-9cd4-12722de19090" providerId="ADAL" clId="{D7FA7692-A690-4305-84AD-867B16E14331}" dt="2026-05-11T05:22:20.939" v="0" actId="680"/>
        <pc:sldMkLst>
          <pc:docMk/>
          <pc:sldMk cId="1818760287" sldId="25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【1．これまで意識して行動できた取り組み】</a:t>
            </a:r>
          </a:p>
          <a:p>
            <a:r>
              <a:t>1つ目は「前進」です。Physical AIへの取り組みで、これまで自分が経験したことのなかった画像認識などの技術について、技術そのものだけでなく、実際にどのように活用されているのかまで調査しました。また、調査だけで終わらせず、自分で手を動かして実装・検証するところまで進められたことは、「前進」を意識した取り組みだったと思っています。</a:t>
            </a:r>
          </a:p>
          <a:p/>
          <a:p>
            <a:r>
              <a:t>2つ目は「完遂」です。WhiteLabelの業務では、製品資料を見るだけでなく、実際に実機を触って、設定や動作に問題がないかを細かく確認してきました。特にパラメータシートなど、今後も使われていく成果物については、実機と照らし合わせながら内容を確認し、一つひとつの仕事の品質を高めることを意識しました。</a:t>
            </a:r>
          </a:p>
          <a:p/>
          <a:p>
            <a:r>
              <a:t>3つ目は「継承」です。WhiteLabelでは、自分自身が製品知識を身につけるだけでなく、勉強会やハンズオンを通じて、その知識や技術を周囲に伝える取り組みも行いました。自分が得た知識を自分の中だけに留めず、周囲の人も活用できる状態にするという部分は、「継承」につながる取り組みだったと思います。</a:t>
            </a:r>
          </a:p>
          <a:p/>
          <a:p>
            <a:r>
              <a:t>【2．今後、最も推進したい情通ウェイ：継承】</a:t>
            </a:r>
          </a:p>
          <a:p>
            <a:r>
              <a:t>今後、最も推進したいのは「継承」です。業務で作った成果物だけではなく、そこに至るまでに自分がどう考えたのか、なぜその判断をしたのかといった部分も、できるだけ形に残していきたいと思っています。そうすることで、今自分が経験していることが、将来誰かが同じ仕事をするときの価値になると考えています。</a:t>
            </a:r>
          </a:p>
          <a:p/>
          <a:p>
            <a:r>
              <a:t>2つ目は、自分が得た知識を自分だけのものにしないことです。これまでの勉強会やハンズオンのように、自分が理解した内容を資料やナレッジとして周囲に展開して、次に同じ業務をする人がゼロから始めなくてもいい状態を作っていきたいです。</a:t>
            </a:r>
          </a:p>
          <a:p/>
          <a:p>
            <a:r>
              <a:t>3つ目は、「継承」する内容そのものの質を上げることです。現状は、目の前の製品や技術を理解することに意識が向いてしまい、「お客様がなぜこれを必要としているのか」「何のためにこれを説明するのか」といった「起点」の部分まで考え切れていないことがあります。その結果、本当に学ぶべきポイントや、相手に伝えるべきポイントを十分に捉えられていないこともあると感じています。今後は、まず目的や背景をしっかり理解した上で、一つひとつの仕事の品質を高め、最後まで「完遂」する。そして、そこで得た経験や判断を次の人が使える形で「継承」するところまでを、一連の仕事として意識していきたいです。</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jpe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jpe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jpe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jpe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jp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0.jp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1.jp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2.jp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3.jp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4.jp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5.jp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6.jp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6.jp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7.jp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8.jp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9.jp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0.jp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表紙（Blu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7A549B3F-6E42-5D8E-5AF1-A6A01DDBF215}"/>
              </a:ext>
            </a:extLst>
          </p:cNvPr>
          <p:cNvSpPr>
            <a:spLocks noGrp="1"/>
          </p:cNvSpPr>
          <p:nvPr>
            <p:ph type="ctrTitle"/>
          </p:nvPr>
        </p:nvSpPr>
        <p:spPr>
          <a:xfrm>
            <a:off x="814282" y="1989088"/>
            <a:ext cx="10563436" cy="1371445"/>
          </a:xfrm>
          <a:prstGeom prst="rect">
            <a:avLst/>
          </a:prstGeom>
        </p:spPr>
        <p:txBody>
          <a:bodyPr lIns="0" tIns="0" rIns="0" bIns="0" anchor="b">
            <a:normAutofit/>
          </a:bodyPr>
          <a:lstStyle>
            <a:lvl1pPr algn="l">
              <a:defRPr sz="3600" b="1" i="0">
                <a:solidFill>
                  <a:schemeClr val="tx1"/>
                </a:solidFill>
                <a:latin typeface="Yu Gothic" panose="020B0400000000000000" pitchFamily="34" charset="-128"/>
                <a:ea typeface="Yu Gothic" panose="020B0400000000000000" pitchFamily="34" charset="-128"/>
              </a:defRPr>
            </a:lvl1pPr>
          </a:lstStyle>
          <a:p>
            <a:r>
              <a:rPr lang="ja-JP" altLang="en-US" dirty="0"/>
              <a:t>マスター タイトルの書式設定</a:t>
            </a:r>
            <a:endParaRPr lang="en-US" dirty="0"/>
          </a:p>
        </p:txBody>
      </p:sp>
      <p:sp>
        <p:nvSpPr>
          <p:cNvPr id="20" name="テキスト プレースホルダー 12">
            <a:extLst>
              <a:ext uri="{FF2B5EF4-FFF2-40B4-BE49-F238E27FC236}">
                <a16:creationId xmlns:a16="http://schemas.microsoft.com/office/drawing/2014/main" id="{9944335A-02FF-AAD2-DE22-E224FD7E7B15}"/>
              </a:ext>
            </a:extLst>
          </p:cNvPr>
          <p:cNvSpPr>
            <a:spLocks noGrp="1"/>
          </p:cNvSpPr>
          <p:nvPr>
            <p:ph type="body" sz="quarter" idx="13"/>
          </p:nvPr>
        </p:nvSpPr>
        <p:spPr>
          <a:xfrm>
            <a:off x="814282" y="5470206"/>
            <a:ext cx="10563436" cy="365125"/>
          </a:xfrm>
          <a:prstGeom prst="rect">
            <a:avLst/>
          </a:prstGeom>
        </p:spPr>
        <p:txBody>
          <a:bodyPr lIns="0" tIns="0" rIns="0" bIns="0">
            <a:noAutofit/>
          </a:bodyPr>
          <a:lstStyle>
            <a:lvl1pPr marL="0" indent="0">
              <a:buNone/>
              <a:defRPr sz="2400" b="0" i="0">
                <a:solidFill>
                  <a:schemeClr val="tx1"/>
                </a:solidFill>
                <a:latin typeface="Yu Gothic Medium" panose="020B0400000000000000" pitchFamily="34" charset="-128"/>
                <a:ea typeface="Yu Gothic Medium" panose="020B0400000000000000" pitchFamily="34" charset="-128"/>
              </a:defRPr>
            </a:lvl1pPr>
          </a:lstStyle>
          <a:p>
            <a:pPr lvl="0"/>
            <a:r>
              <a:rPr kumimoji="1" lang="ja-JP" altLang="en-US"/>
              <a:t>マスター テキストの書式設定</a:t>
            </a:r>
          </a:p>
        </p:txBody>
      </p:sp>
      <p:sp>
        <p:nvSpPr>
          <p:cNvPr id="21" name="テキスト プレースホルダー 12">
            <a:extLst>
              <a:ext uri="{FF2B5EF4-FFF2-40B4-BE49-F238E27FC236}">
                <a16:creationId xmlns:a16="http://schemas.microsoft.com/office/drawing/2014/main" id="{7912AAE3-523D-E323-7491-DD06357C7749}"/>
              </a:ext>
            </a:extLst>
          </p:cNvPr>
          <p:cNvSpPr>
            <a:spLocks noGrp="1"/>
          </p:cNvSpPr>
          <p:nvPr>
            <p:ph type="body" sz="quarter" idx="14"/>
          </p:nvPr>
        </p:nvSpPr>
        <p:spPr>
          <a:xfrm>
            <a:off x="814282" y="5930984"/>
            <a:ext cx="10563436" cy="365125"/>
          </a:xfrm>
          <a:prstGeom prst="rect">
            <a:avLst/>
          </a:prstGeom>
        </p:spPr>
        <p:txBody>
          <a:bodyPr lIns="0" tIns="0" rIns="0" bIns="0">
            <a:noAutofit/>
          </a:bodyPr>
          <a:lstStyle>
            <a:lvl1pPr marL="0" indent="0">
              <a:buNone/>
              <a:defRPr sz="2400" b="0" i="0">
                <a:solidFill>
                  <a:schemeClr val="tx1"/>
                </a:solidFill>
                <a:latin typeface="Yu Gothic Medium" panose="020B0400000000000000" pitchFamily="34" charset="-128"/>
                <a:ea typeface="Yu Gothic Medium" panose="020B0400000000000000" pitchFamily="34" charset="-128"/>
              </a:defRPr>
            </a:lvl1pPr>
          </a:lstStyle>
          <a:p>
            <a:pPr lvl="0"/>
            <a:r>
              <a:rPr kumimoji="1" lang="ja-JP" altLang="en-US"/>
              <a:t>マスター テキストの書式設定</a:t>
            </a:r>
          </a:p>
        </p:txBody>
      </p:sp>
      <p:sp>
        <p:nvSpPr>
          <p:cNvPr id="22" name="テキスト プレースホルダー 12">
            <a:extLst>
              <a:ext uri="{FF2B5EF4-FFF2-40B4-BE49-F238E27FC236}">
                <a16:creationId xmlns:a16="http://schemas.microsoft.com/office/drawing/2014/main" id="{624DC346-A7F9-5571-B983-366BBAA3E05A}"/>
              </a:ext>
            </a:extLst>
          </p:cNvPr>
          <p:cNvSpPr>
            <a:spLocks noGrp="1"/>
          </p:cNvSpPr>
          <p:nvPr>
            <p:ph type="body" sz="quarter" idx="15"/>
          </p:nvPr>
        </p:nvSpPr>
        <p:spPr>
          <a:xfrm>
            <a:off x="814282" y="3453206"/>
            <a:ext cx="10563436" cy="947344"/>
          </a:xfrm>
          <a:prstGeom prst="rect">
            <a:avLst/>
          </a:prstGeom>
        </p:spPr>
        <p:txBody>
          <a:bodyPr lIns="0" tIns="0" rIns="0" bIns="0">
            <a:noAutofit/>
          </a:bodyPr>
          <a:lstStyle>
            <a:lvl1pPr marL="0" indent="0">
              <a:buNone/>
              <a:defRPr sz="2400" b="0" i="0">
                <a:solidFill>
                  <a:schemeClr val="tx1"/>
                </a:solidFill>
                <a:latin typeface="Yu Gothic Medium" panose="020B0400000000000000" pitchFamily="34" charset="-128"/>
                <a:ea typeface="Yu Gothic Medium" panose="020B0400000000000000" pitchFamily="34" charset="-128"/>
              </a:defRPr>
            </a:lvl1pPr>
          </a:lstStyle>
          <a:p>
            <a:pPr lvl="0"/>
            <a:r>
              <a:rPr kumimoji="1" lang="ja-JP" altLang="en-US"/>
              <a:t>マスター テキストの書式設定</a:t>
            </a:r>
          </a:p>
        </p:txBody>
      </p:sp>
      <p:sp>
        <p:nvSpPr>
          <p:cNvPr id="2" name="テキスト プレースホルダー 12">
            <a:extLst>
              <a:ext uri="{FF2B5EF4-FFF2-40B4-BE49-F238E27FC236}">
                <a16:creationId xmlns:a16="http://schemas.microsoft.com/office/drawing/2014/main" id="{E0BB9D9A-7D83-BDC9-5484-A8DE58E5E58D}"/>
              </a:ext>
            </a:extLst>
          </p:cNvPr>
          <p:cNvSpPr>
            <a:spLocks noGrp="1"/>
          </p:cNvSpPr>
          <p:nvPr>
            <p:ph type="body" sz="quarter" idx="17"/>
          </p:nvPr>
        </p:nvSpPr>
        <p:spPr>
          <a:xfrm>
            <a:off x="814282" y="561891"/>
            <a:ext cx="8640000" cy="432000"/>
          </a:xfrm>
          <a:prstGeom prst="rect">
            <a:avLst/>
          </a:prstGeom>
        </p:spPr>
        <p:txBody>
          <a:bodyPr lIns="0" tIns="0" rIns="0" bIns="0">
            <a:noAutofit/>
          </a:bodyPr>
          <a:lstStyle>
            <a:lvl1pPr marL="0" indent="0">
              <a:buNone/>
              <a:defRPr sz="2400" b="1" i="0">
                <a:solidFill>
                  <a:schemeClr val="tx1"/>
                </a:solidFill>
                <a:latin typeface="Yu Gothic Medium" panose="020B0400000000000000" pitchFamily="34" charset="-128"/>
                <a:ea typeface="Yu Gothic Medium" panose="020B0400000000000000" pitchFamily="34" charset="-128"/>
              </a:defRPr>
            </a:lvl1pPr>
          </a:lstStyle>
          <a:p>
            <a:pPr lvl="0"/>
            <a:r>
              <a:rPr kumimoji="1" lang="ja-JP" altLang="en-US" dirty="0"/>
              <a:t>マスター テキストの書式設定</a:t>
            </a:r>
          </a:p>
        </p:txBody>
      </p:sp>
      <p:sp>
        <p:nvSpPr>
          <p:cNvPr id="3" name="テキスト プレースホルダー 12">
            <a:extLst>
              <a:ext uri="{FF2B5EF4-FFF2-40B4-BE49-F238E27FC236}">
                <a16:creationId xmlns:a16="http://schemas.microsoft.com/office/drawing/2014/main" id="{C7D51BA0-4D20-D946-83F2-23804FB14BFC}"/>
              </a:ext>
            </a:extLst>
          </p:cNvPr>
          <p:cNvSpPr>
            <a:spLocks noGrp="1"/>
          </p:cNvSpPr>
          <p:nvPr>
            <p:ph type="body" sz="quarter" idx="18"/>
          </p:nvPr>
        </p:nvSpPr>
        <p:spPr>
          <a:xfrm>
            <a:off x="814282" y="5011200"/>
            <a:ext cx="10563436" cy="365125"/>
          </a:xfrm>
          <a:prstGeom prst="rect">
            <a:avLst/>
          </a:prstGeom>
        </p:spPr>
        <p:txBody>
          <a:bodyPr lIns="0" tIns="0" rIns="0" bIns="0">
            <a:noAutofit/>
          </a:bodyPr>
          <a:lstStyle>
            <a:lvl1pPr marL="0" indent="0">
              <a:buNone/>
              <a:defRPr sz="2400" b="0" i="0">
                <a:solidFill>
                  <a:schemeClr val="tx1"/>
                </a:solidFill>
                <a:latin typeface="Yu Gothic Medium" panose="020B0400000000000000" pitchFamily="34" charset="-128"/>
                <a:ea typeface="Yu Gothic Medium" panose="020B0400000000000000" pitchFamily="34" charset="-128"/>
              </a:defRPr>
            </a:lvl1pPr>
          </a:lstStyle>
          <a:p>
            <a:pPr lvl="0"/>
            <a:r>
              <a:rPr kumimoji="1" lang="ja-JP" altLang="en-US"/>
              <a:t>マスター テキストの書式設定</a:t>
            </a:r>
          </a:p>
        </p:txBody>
      </p:sp>
    </p:spTree>
    <p:extLst>
      <p:ext uri="{BB962C8B-B14F-4D97-AF65-F5344CB8AC3E}">
        <p14:creationId xmlns:p14="http://schemas.microsoft.com/office/powerpoint/2010/main" val="411795751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次（Blu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テキスト プレースホルダー 12">
            <a:extLst>
              <a:ext uri="{FF2B5EF4-FFF2-40B4-BE49-F238E27FC236}">
                <a16:creationId xmlns:a16="http://schemas.microsoft.com/office/drawing/2014/main" id="{FA704374-D3A0-BEE4-7081-53FADE195E5E}"/>
              </a:ext>
            </a:extLst>
          </p:cNvPr>
          <p:cNvSpPr>
            <a:spLocks noGrp="1"/>
          </p:cNvSpPr>
          <p:nvPr>
            <p:ph type="body" sz="quarter" idx="15" hasCustomPrompt="1"/>
          </p:nvPr>
        </p:nvSpPr>
        <p:spPr>
          <a:xfrm>
            <a:off x="814388" y="1736725"/>
            <a:ext cx="540000" cy="3125834"/>
          </a:xfrm>
          <a:prstGeom prst="rect">
            <a:avLst/>
          </a:prstGeom>
        </p:spPr>
        <p:txBody>
          <a:bodyPr lIns="0" tIns="0" rIns="0" bIns="0">
            <a:noAutofit/>
          </a:bodyPr>
          <a:lstStyle>
            <a:lvl1pPr marL="0" indent="0" defTabSz="479968">
              <a:buNone/>
              <a:defRPr sz="2400" b="1" i="0">
                <a:solidFill>
                  <a:schemeClr val="tx1"/>
                </a:solidFill>
                <a:latin typeface="Yu Gothic" panose="020B0400000000000000" pitchFamily="34" charset="-128"/>
                <a:ea typeface="Yu Gothic" panose="020B0400000000000000" pitchFamily="34" charset="-128"/>
              </a:defRPr>
            </a:lvl1pPr>
          </a:lstStyle>
          <a:p>
            <a:pPr lvl="0"/>
            <a:r>
              <a:rPr kumimoji="1" lang="en-US" altLang="ja-JP" dirty="0"/>
              <a:t>00</a:t>
            </a:r>
          </a:p>
          <a:p>
            <a:pPr lvl="0"/>
            <a:r>
              <a:rPr kumimoji="1" lang="en-US" altLang="ja-JP" dirty="0"/>
              <a:t>00</a:t>
            </a:r>
          </a:p>
          <a:p>
            <a:pPr lvl="0"/>
            <a:r>
              <a:rPr kumimoji="1" lang="en-US" altLang="ja-JP" dirty="0"/>
              <a:t>00</a:t>
            </a:r>
          </a:p>
          <a:p>
            <a:pPr lvl="0"/>
            <a:r>
              <a:rPr kumimoji="1" lang="en-US" altLang="ja-JP" dirty="0"/>
              <a:t>00</a:t>
            </a:r>
          </a:p>
          <a:p>
            <a:pPr lvl="0"/>
            <a:r>
              <a:rPr kumimoji="1" lang="en-US" altLang="ja-JP" dirty="0"/>
              <a:t>00</a:t>
            </a:r>
          </a:p>
          <a:p>
            <a:pPr lvl="0"/>
            <a:r>
              <a:rPr kumimoji="1" lang="en-US" altLang="ja-JP" dirty="0"/>
              <a:t>00</a:t>
            </a:r>
          </a:p>
        </p:txBody>
      </p:sp>
      <p:sp>
        <p:nvSpPr>
          <p:cNvPr id="2" name="Date Placeholder 3">
            <a:extLst>
              <a:ext uri="{FF2B5EF4-FFF2-40B4-BE49-F238E27FC236}">
                <a16:creationId xmlns:a16="http://schemas.microsoft.com/office/drawing/2014/main" id="{D4B1295D-9297-98D3-4943-C0AA218C7B69}"/>
              </a:ext>
            </a:extLst>
          </p:cNvPr>
          <p:cNvSpPr txBox="1">
            <a:spLocks/>
          </p:cNvSpPr>
          <p:nvPr userDrawn="1"/>
        </p:nvSpPr>
        <p:spPr>
          <a:xfrm>
            <a:off x="325402" y="6394865"/>
            <a:ext cx="2743200" cy="331932"/>
          </a:xfrm>
          <a:prstGeom prst="rect">
            <a:avLst/>
          </a:prstGeom>
        </p:spPr>
        <p:txBody>
          <a:bodyPr/>
          <a:lstStyle>
            <a:defPPr>
              <a:defRPr lang="en-US"/>
            </a:defPPr>
            <a:lvl1pPr marL="0" algn="l" defTabSz="304670" rtl="0" eaLnBrk="1" latinLnBrk="0" hangingPunct="1">
              <a:defRPr sz="20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pPr algn="l"/>
            <a:r>
              <a:rPr kumimoji="1" lang="en" altLang="ja-JP" sz="700" dirty="0">
                <a:solidFill>
                  <a:schemeClr val="tx1"/>
                </a:solidFill>
              </a:rPr>
              <a:t>ⓒ ITOCHU Techno-Solutions Corporation</a:t>
            </a:r>
            <a:endParaRPr kumimoji="1" lang="ja-JP" altLang="en-US" sz="700">
              <a:solidFill>
                <a:schemeClr val="tx1"/>
              </a:solidFill>
            </a:endParaRPr>
          </a:p>
        </p:txBody>
      </p:sp>
      <p:sp>
        <p:nvSpPr>
          <p:cNvPr id="3" name="Slide Number Placeholder 5">
            <a:extLst>
              <a:ext uri="{FF2B5EF4-FFF2-40B4-BE49-F238E27FC236}">
                <a16:creationId xmlns:a16="http://schemas.microsoft.com/office/drawing/2014/main" id="{71656AB0-3198-460E-9F5B-AA4046500886}"/>
              </a:ext>
            </a:extLst>
          </p:cNvPr>
          <p:cNvSpPr txBox="1">
            <a:spLocks/>
          </p:cNvSpPr>
          <p:nvPr userDrawn="1"/>
        </p:nvSpPr>
        <p:spPr>
          <a:xfrm>
            <a:off x="9133618" y="6326799"/>
            <a:ext cx="2743200" cy="299462"/>
          </a:xfrm>
          <a:prstGeom prst="rect">
            <a:avLst/>
          </a:prstGeom>
        </p:spPr>
        <p:txBody>
          <a:bodyPr anchor="b"/>
          <a:lstStyle>
            <a:defPPr>
              <a:defRPr lang="en-US"/>
            </a:defPPr>
            <a:lvl1pPr marL="0" algn="r" defTabSz="304670" rtl="0" eaLnBrk="1" latinLnBrk="0" hangingPunct="1">
              <a:defRPr sz="16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fld id="{F61D7DA0-AA9A-8342-BE3E-6EB34F8DE2BC}" type="slidenum">
              <a:rPr kumimoji="1" lang="ja-JP" altLang="en-US" sz="1600" smtClean="0">
                <a:solidFill>
                  <a:schemeClr val="tx1"/>
                </a:solidFill>
              </a:rPr>
              <a:pPr/>
              <a:t>‹#›</a:t>
            </a:fld>
            <a:endParaRPr kumimoji="1" lang="ja-JP" altLang="en-US" sz="1600">
              <a:solidFill>
                <a:schemeClr val="tx1"/>
              </a:solidFill>
            </a:endParaRPr>
          </a:p>
        </p:txBody>
      </p:sp>
      <p:sp>
        <p:nvSpPr>
          <p:cNvPr id="9" name="テキスト プレースホルダー 12">
            <a:extLst>
              <a:ext uri="{FF2B5EF4-FFF2-40B4-BE49-F238E27FC236}">
                <a16:creationId xmlns:a16="http://schemas.microsoft.com/office/drawing/2014/main" id="{7AC05E7B-9814-9626-5062-1D68BF6EE322}"/>
              </a:ext>
            </a:extLst>
          </p:cNvPr>
          <p:cNvSpPr>
            <a:spLocks noGrp="1"/>
          </p:cNvSpPr>
          <p:nvPr>
            <p:ph type="body" sz="quarter" idx="17"/>
          </p:nvPr>
        </p:nvSpPr>
        <p:spPr>
          <a:xfrm>
            <a:off x="1396897" y="1736725"/>
            <a:ext cx="7012467" cy="3125834"/>
          </a:xfrm>
          <a:prstGeom prst="rect">
            <a:avLst/>
          </a:prstGeom>
        </p:spPr>
        <p:txBody>
          <a:bodyPr lIns="0" tIns="0" rIns="0" bIns="0">
            <a:noAutofit/>
          </a:bodyPr>
          <a:lstStyle>
            <a:lvl1pPr marL="0" indent="0" defTabSz="479968">
              <a:buNone/>
              <a:defRPr sz="2400" b="0" i="0">
                <a:solidFill>
                  <a:schemeClr val="tx1"/>
                </a:solidFill>
                <a:latin typeface="Yu Gothic Medium" panose="020B0400000000000000" pitchFamily="34" charset="-128"/>
                <a:ea typeface="Yu Gothic Medium" panose="020B0400000000000000" pitchFamily="34" charset="-128"/>
              </a:defRPr>
            </a:lvl1pPr>
          </a:lstStyle>
          <a:p>
            <a:pPr lvl="0"/>
            <a:r>
              <a:rPr kumimoji="1" lang="ja-JP" altLang="en-US"/>
              <a:t>マスター テキストの書式設定</a:t>
            </a:r>
            <a:endParaRPr kumimoji="1" lang="en-US" altLang="ja-JP" dirty="0"/>
          </a:p>
          <a:p>
            <a:pPr lvl="0"/>
            <a:r>
              <a:rPr kumimoji="1" lang="ja-JP" altLang="en-US"/>
              <a:t>マスター テキストの書式設定</a:t>
            </a:r>
            <a:endParaRPr kumimoji="1" lang="en-US" altLang="ja-JP" dirty="0"/>
          </a:p>
          <a:p>
            <a:pPr lvl="0"/>
            <a:r>
              <a:rPr kumimoji="1" lang="ja-JP" altLang="en-US"/>
              <a:t>マスター テキストの書式設定</a:t>
            </a:r>
            <a:endParaRPr kumimoji="1" lang="en-US" altLang="ja-JP" dirty="0"/>
          </a:p>
          <a:p>
            <a:pPr lvl="0"/>
            <a:r>
              <a:rPr kumimoji="1" lang="ja-JP" altLang="en-US"/>
              <a:t>マスター テキストの書式設定</a:t>
            </a:r>
            <a:endParaRPr kumimoji="1" lang="en-US" altLang="ja-JP" dirty="0"/>
          </a:p>
          <a:p>
            <a:pPr lvl="0"/>
            <a:r>
              <a:rPr kumimoji="1" lang="ja-JP" altLang="en-US"/>
              <a:t>マスター テキストの書式設定</a:t>
            </a:r>
            <a:endParaRPr kumimoji="1" lang="en-US" altLang="ja-JP" dirty="0"/>
          </a:p>
          <a:p>
            <a:pPr lvl="0"/>
            <a:r>
              <a:rPr kumimoji="1" lang="ja-JP" altLang="en-US"/>
              <a:t>マスター テキストの書式設定</a:t>
            </a:r>
            <a:endParaRPr kumimoji="1" lang="en-US" altLang="ja-JP" dirty="0"/>
          </a:p>
        </p:txBody>
      </p:sp>
      <p:sp>
        <p:nvSpPr>
          <p:cNvPr id="4" name="テキスト プレースホルダー 12">
            <a:extLst>
              <a:ext uri="{FF2B5EF4-FFF2-40B4-BE49-F238E27FC236}">
                <a16:creationId xmlns:a16="http://schemas.microsoft.com/office/drawing/2014/main" id="{648A653F-4B8E-E878-8165-68AC74B39733}"/>
              </a:ext>
            </a:extLst>
          </p:cNvPr>
          <p:cNvSpPr>
            <a:spLocks noGrp="1"/>
          </p:cNvSpPr>
          <p:nvPr>
            <p:ph type="body" sz="quarter" idx="18" hasCustomPrompt="1"/>
          </p:nvPr>
        </p:nvSpPr>
        <p:spPr>
          <a:xfrm>
            <a:off x="397516" y="345421"/>
            <a:ext cx="9360000" cy="432000"/>
          </a:xfrm>
          <a:prstGeom prst="rect">
            <a:avLst/>
          </a:prstGeom>
        </p:spPr>
        <p:txBody>
          <a:bodyPr lIns="0" tIns="0" rIns="0" bIns="0">
            <a:noAutofit/>
          </a:bodyPr>
          <a:lstStyle>
            <a:lvl1pPr marL="0" indent="0">
              <a:buNone/>
              <a:defRPr sz="2800" b="1" i="0">
                <a:solidFill>
                  <a:schemeClr val="tx1"/>
                </a:solidFill>
                <a:latin typeface="Yu Gothic" panose="020B0400000000000000" pitchFamily="34" charset="-128"/>
                <a:ea typeface="Yu Gothic" panose="020B0400000000000000" pitchFamily="34" charset="-128"/>
              </a:defRPr>
            </a:lvl1pPr>
          </a:lstStyle>
          <a:p>
            <a:pPr lvl="0"/>
            <a:r>
              <a:rPr kumimoji="1" lang="ja-JP" altLang="en-US"/>
              <a:t>目次</a:t>
            </a:r>
          </a:p>
        </p:txBody>
      </p:sp>
    </p:spTree>
    <p:extLst>
      <p:ext uri="{BB962C8B-B14F-4D97-AF65-F5344CB8AC3E}">
        <p14:creationId xmlns:p14="http://schemas.microsoft.com/office/powerpoint/2010/main" val="3729790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タイトルページ（Blue）1">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4DD33FE-B22B-7C6E-F2F3-74EB184EE23D}"/>
              </a:ext>
            </a:extLst>
          </p:cNvPr>
          <p:cNvSpPr>
            <a:spLocks noGrp="1"/>
          </p:cNvSpPr>
          <p:nvPr>
            <p:ph type="ctrTitle"/>
          </p:nvPr>
        </p:nvSpPr>
        <p:spPr>
          <a:xfrm>
            <a:off x="814282" y="1921292"/>
            <a:ext cx="10563436" cy="1371445"/>
          </a:xfrm>
          <a:prstGeom prst="rect">
            <a:avLst/>
          </a:prstGeom>
        </p:spPr>
        <p:txBody>
          <a:bodyPr lIns="0" tIns="0" rIns="0" bIns="0" anchor="b">
            <a:normAutofit/>
          </a:bodyPr>
          <a:lstStyle>
            <a:lvl1pPr algn="l">
              <a:defRPr sz="3000" b="1" i="0">
                <a:solidFill>
                  <a:schemeClr val="tx1"/>
                </a:solidFill>
                <a:latin typeface="Yu Gothic" panose="020B0400000000000000" pitchFamily="34" charset="-128"/>
                <a:ea typeface="Yu Gothic" panose="020B0400000000000000" pitchFamily="34" charset="-128"/>
              </a:defRPr>
            </a:lvl1pPr>
          </a:lstStyle>
          <a:p>
            <a:r>
              <a:rPr lang="ja-JP" altLang="en-US"/>
              <a:t>マスター タイトルの書式設定</a:t>
            </a:r>
            <a:endParaRPr lang="en-US" dirty="0"/>
          </a:p>
        </p:txBody>
      </p:sp>
      <p:sp>
        <p:nvSpPr>
          <p:cNvPr id="4" name="テキスト プレースホルダー 12">
            <a:extLst>
              <a:ext uri="{FF2B5EF4-FFF2-40B4-BE49-F238E27FC236}">
                <a16:creationId xmlns:a16="http://schemas.microsoft.com/office/drawing/2014/main" id="{31EB169B-A341-76A4-5288-4555442A6945}"/>
              </a:ext>
            </a:extLst>
          </p:cNvPr>
          <p:cNvSpPr>
            <a:spLocks noGrp="1"/>
          </p:cNvSpPr>
          <p:nvPr>
            <p:ph type="body" sz="quarter" idx="15"/>
          </p:nvPr>
        </p:nvSpPr>
        <p:spPr>
          <a:xfrm>
            <a:off x="814282" y="3471448"/>
            <a:ext cx="10563436" cy="1481924"/>
          </a:xfrm>
          <a:prstGeom prst="rect">
            <a:avLst/>
          </a:prstGeom>
        </p:spPr>
        <p:txBody>
          <a:bodyPr lIns="0" tIns="0" rIns="0" bIns="0">
            <a:noAutofit/>
          </a:bodyPr>
          <a:lstStyle>
            <a:lvl1pPr marL="0" indent="0">
              <a:buNone/>
              <a:defRPr sz="2400">
                <a:solidFill>
                  <a:schemeClr val="tx1"/>
                </a:solidFill>
              </a:defRPr>
            </a:lvl1pPr>
          </a:lstStyle>
          <a:p>
            <a:pPr lvl="0"/>
            <a:r>
              <a:rPr kumimoji="1" lang="ja-JP" altLang="en-US"/>
              <a:t>マスター テキストの書式設定</a:t>
            </a:r>
          </a:p>
        </p:txBody>
      </p:sp>
      <p:sp>
        <p:nvSpPr>
          <p:cNvPr id="8" name="Date Placeholder 3">
            <a:extLst>
              <a:ext uri="{FF2B5EF4-FFF2-40B4-BE49-F238E27FC236}">
                <a16:creationId xmlns:a16="http://schemas.microsoft.com/office/drawing/2014/main" id="{DCF70B69-14BF-DB02-61E4-0C658E99F859}"/>
              </a:ext>
            </a:extLst>
          </p:cNvPr>
          <p:cNvSpPr txBox="1">
            <a:spLocks/>
          </p:cNvSpPr>
          <p:nvPr userDrawn="1"/>
        </p:nvSpPr>
        <p:spPr>
          <a:xfrm>
            <a:off x="325402" y="6394865"/>
            <a:ext cx="2743200" cy="331932"/>
          </a:xfrm>
          <a:prstGeom prst="rect">
            <a:avLst/>
          </a:prstGeom>
        </p:spPr>
        <p:txBody>
          <a:bodyPr/>
          <a:lstStyle>
            <a:defPPr>
              <a:defRPr lang="en-US"/>
            </a:defPPr>
            <a:lvl1pPr marL="0" algn="l" defTabSz="304670" rtl="0" eaLnBrk="1" latinLnBrk="0" hangingPunct="1">
              <a:defRPr sz="20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pPr algn="l"/>
            <a:r>
              <a:rPr kumimoji="1" lang="en" altLang="ja-JP" sz="700" dirty="0">
                <a:solidFill>
                  <a:schemeClr val="tx1"/>
                </a:solidFill>
              </a:rPr>
              <a:t>ⓒ ITOCHU Techno-Solutions Corporation</a:t>
            </a:r>
            <a:endParaRPr kumimoji="1" lang="ja-JP" altLang="en-US" sz="700">
              <a:solidFill>
                <a:schemeClr val="tx1"/>
              </a:solidFill>
            </a:endParaRPr>
          </a:p>
        </p:txBody>
      </p:sp>
      <p:sp>
        <p:nvSpPr>
          <p:cNvPr id="9" name="Slide Number Placeholder 5">
            <a:extLst>
              <a:ext uri="{FF2B5EF4-FFF2-40B4-BE49-F238E27FC236}">
                <a16:creationId xmlns:a16="http://schemas.microsoft.com/office/drawing/2014/main" id="{4E21262D-4CBC-711A-678E-C582A97E2A4B}"/>
              </a:ext>
            </a:extLst>
          </p:cNvPr>
          <p:cNvSpPr txBox="1">
            <a:spLocks/>
          </p:cNvSpPr>
          <p:nvPr userDrawn="1"/>
        </p:nvSpPr>
        <p:spPr>
          <a:xfrm>
            <a:off x="9133618" y="6326799"/>
            <a:ext cx="2743200" cy="299462"/>
          </a:xfrm>
          <a:prstGeom prst="rect">
            <a:avLst/>
          </a:prstGeom>
        </p:spPr>
        <p:txBody>
          <a:bodyPr anchor="b"/>
          <a:lstStyle>
            <a:defPPr>
              <a:defRPr lang="en-US"/>
            </a:defPPr>
            <a:lvl1pPr marL="0" algn="r" defTabSz="304670" rtl="0" eaLnBrk="1" latinLnBrk="0" hangingPunct="1">
              <a:defRPr sz="16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fld id="{F61D7DA0-AA9A-8342-BE3E-6EB34F8DE2BC}" type="slidenum">
              <a:rPr kumimoji="1" lang="ja-JP" altLang="en-US" sz="1600" smtClean="0">
                <a:solidFill>
                  <a:schemeClr val="tx1"/>
                </a:solidFill>
              </a:rPr>
              <a:pPr/>
              <a:t>‹#›</a:t>
            </a:fld>
            <a:endParaRPr kumimoji="1" lang="ja-JP" altLang="en-US" sz="1600">
              <a:solidFill>
                <a:schemeClr val="tx1"/>
              </a:solidFill>
            </a:endParaRPr>
          </a:p>
        </p:txBody>
      </p:sp>
    </p:spTree>
    <p:extLst>
      <p:ext uri="{BB962C8B-B14F-4D97-AF65-F5344CB8AC3E}">
        <p14:creationId xmlns:p14="http://schemas.microsoft.com/office/powerpoint/2010/main" val="35639530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タイトルページ（Blue）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7" name="図プレースホルダー 16">
            <a:extLst>
              <a:ext uri="{FF2B5EF4-FFF2-40B4-BE49-F238E27FC236}">
                <a16:creationId xmlns:a16="http://schemas.microsoft.com/office/drawing/2014/main" id="{44B84BAA-00D0-EC6F-3122-7C769ABC3943}"/>
              </a:ext>
            </a:extLst>
          </p:cNvPr>
          <p:cNvSpPr>
            <a:spLocks noGrp="1"/>
          </p:cNvSpPr>
          <p:nvPr>
            <p:ph type="pic" sz="quarter" idx="10"/>
          </p:nvPr>
        </p:nvSpPr>
        <p:spPr>
          <a:xfrm>
            <a:off x="0" y="3429000"/>
            <a:ext cx="12192000" cy="3429000"/>
          </a:xfrm>
          <a:prstGeom prst="rect">
            <a:avLst/>
          </a:prstGeom>
          <a:solidFill>
            <a:schemeClr val="tx2"/>
          </a:solidFill>
        </p:spPr>
        <p:txBody>
          <a:bodyPr/>
          <a:lstStyle>
            <a:lvl1pPr marL="0" indent="0" algn="ctr">
              <a:buNone/>
              <a:defRPr sz="1800">
                <a:solidFill>
                  <a:schemeClr val="accent6"/>
                </a:solidFill>
              </a:defRPr>
            </a:lvl1pPr>
          </a:lstStyle>
          <a:p>
            <a:endParaRPr kumimoji="1" lang="en-US" altLang="ja-JP" dirty="0"/>
          </a:p>
          <a:p>
            <a:r>
              <a:rPr kumimoji="1" lang="ja-JP" altLang="en-US"/>
              <a:t>下のアイコンをクリックして画像を入れてください。</a:t>
            </a:r>
          </a:p>
        </p:txBody>
      </p:sp>
      <p:sp>
        <p:nvSpPr>
          <p:cNvPr id="6" name="Title 1">
            <a:extLst>
              <a:ext uri="{FF2B5EF4-FFF2-40B4-BE49-F238E27FC236}">
                <a16:creationId xmlns:a16="http://schemas.microsoft.com/office/drawing/2014/main" id="{3DD2D84B-A0B4-308E-97E4-47A503844F63}"/>
              </a:ext>
            </a:extLst>
          </p:cNvPr>
          <p:cNvSpPr>
            <a:spLocks noGrp="1"/>
          </p:cNvSpPr>
          <p:nvPr>
            <p:ph type="ctrTitle" hasCustomPrompt="1"/>
          </p:nvPr>
        </p:nvSpPr>
        <p:spPr>
          <a:xfrm>
            <a:off x="814282" y="1736725"/>
            <a:ext cx="10563436" cy="1048678"/>
          </a:xfrm>
          <a:prstGeom prst="rect">
            <a:avLst/>
          </a:prstGeom>
        </p:spPr>
        <p:txBody>
          <a:bodyPr lIns="0" tIns="0" rIns="0" bIns="0" anchor="t">
            <a:noAutofit/>
          </a:bodyPr>
          <a:lstStyle>
            <a:lvl1pPr algn="l">
              <a:defRPr sz="7500" b="0" i="0">
                <a:solidFill>
                  <a:schemeClr val="tx1"/>
                </a:solidFill>
                <a:latin typeface="Yu Gothic" panose="020B0400000000000000" pitchFamily="34" charset="-128"/>
                <a:ea typeface="Yu Gothic" panose="020B0400000000000000" pitchFamily="34" charset="-128"/>
              </a:defRPr>
            </a:lvl1pPr>
          </a:lstStyle>
          <a:p>
            <a:r>
              <a:rPr lang="en-US" dirty="0"/>
              <a:t>Master Title</a:t>
            </a:r>
          </a:p>
        </p:txBody>
      </p:sp>
      <p:sp>
        <p:nvSpPr>
          <p:cNvPr id="19" name="テキスト プレースホルダー 12">
            <a:extLst>
              <a:ext uri="{FF2B5EF4-FFF2-40B4-BE49-F238E27FC236}">
                <a16:creationId xmlns:a16="http://schemas.microsoft.com/office/drawing/2014/main" id="{D7EF27D2-7B54-CD21-7B68-8AC2125CBA09}"/>
              </a:ext>
            </a:extLst>
          </p:cNvPr>
          <p:cNvSpPr>
            <a:spLocks noGrp="1"/>
          </p:cNvSpPr>
          <p:nvPr>
            <p:ph type="body" sz="quarter" idx="15"/>
          </p:nvPr>
        </p:nvSpPr>
        <p:spPr>
          <a:xfrm>
            <a:off x="814282" y="2816829"/>
            <a:ext cx="10563436" cy="577523"/>
          </a:xfrm>
          <a:prstGeom prst="rect">
            <a:avLst/>
          </a:prstGeom>
        </p:spPr>
        <p:txBody>
          <a:bodyPr lIns="0" tIns="0" rIns="0" bIns="0">
            <a:noAutofit/>
          </a:bodyPr>
          <a:lstStyle>
            <a:lvl1pPr marL="0" indent="0">
              <a:buNone/>
              <a:defRPr sz="2400">
                <a:solidFill>
                  <a:schemeClr val="tx1"/>
                </a:solidFill>
              </a:defRPr>
            </a:lvl1pPr>
          </a:lstStyle>
          <a:p>
            <a:pPr lvl="0"/>
            <a:r>
              <a:rPr kumimoji="1" lang="ja-JP" altLang="en-US"/>
              <a:t>マスター テキストの書式設定</a:t>
            </a:r>
          </a:p>
        </p:txBody>
      </p:sp>
      <p:sp>
        <p:nvSpPr>
          <p:cNvPr id="15" name="Date Placeholder 3">
            <a:extLst>
              <a:ext uri="{FF2B5EF4-FFF2-40B4-BE49-F238E27FC236}">
                <a16:creationId xmlns:a16="http://schemas.microsoft.com/office/drawing/2014/main" id="{BC6B3C1F-E9F4-5A43-5429-E768899B28F3}"/>
              </a:ext>
            </a:extLst>
          </p:cNvPr>
          <p:cNvSpPr txBox="1">
            <a:spLocks/>
          </p:cNvSpPr>
          <p:nvPr userDrawn="1"/>
        </p:nvSpPr>
        <p:spPr>
          <a:xfrm>
            <a:off x="325402" y="6394865"/>
            <a:ext cx="2743200" cy="331932"/>
          </a:xfrm>
          <a:prstGeom prst="rect">
            <a:avLst/>
          </a:prstGeom>
        </p:spPr>
        <p:txBody>
          <a:bodyPr/>
          <a:lstStyle>
            <a:defPPr>
              <a:defRPr lang="en-US"/>
            </a:defPPr>
            <a:lvl1pPr marL="0" algn="l" defTabSz="304670" rtl="0" eaLnBrk="1" latinLnBrk="0" hangingPunct="1">
              <a:defRPr sz="20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pPr algn="l"/>
            <a:r>
              <a:rPr kumimoji="1" lang="en" altLang="ja-JP" sz="700" dirty="0">
                <a:solidFill>
                  <a:schemeClr val="tx1"/>
                </a:solidFill>
              </a:rPr>
              <a:t>ⓒ ITOCHU Techno-Solutions Corporation</a:t>
            </a:r>
            <a:endParaRPr kumimoji="1" lang="ja-JP" altLang="en-US" sz="700">
              <a:solidFill>
                <a:schemeClr val="tx1"/>
              </a:solidFill>
            </a:endParaRPr>
          </a:p>
        </p:txBody>
      </p:sp>
      <p:sp>
        <p:nvSpPr>
          <p:cNvPr id="14" name="Slide Number Placeholder 5">
            <a:extLst>
              <a:ext uri="{FF2B5EF4-FFF2-40B4-BE49-F238E27FC236}">
                <a16:creationId xmlns:a16="http://schemas.microsoft.com/office/drawing/2014/main" id="{F303DD3F-E978-5180-B467-7002E1B4C20E}"/>
              </a:ext>
            </a:extLst>
          </p:cNvPr>
          <p:cNvSpPr txBox="1">
            <a:spLocks/>
          </p:cNvSpPr>
          <p:nvPr userDrawn="1"/>
        </p:nvSpPr>
        <p:spPr>
          <a:xfrm>
            <a:off x="9133618" y="6326799"/>
            <a:ext cx="2743200" cy="299462"/>
          </a:xfrm>
          <a:prstGeom prst="rect">
            <a:avLst/>
          </a:prstGeom>
        </p:spPr>
        <p:txBody>
          <a:bodyPr anchor="b"/>
          <a:lstStyle>
            <a:defPPr>
              <a:defRPr lang="en-US"/>
            </a:defPPr>
            <a:lvl1pPr marL="0" algn="r" defTabSz="304670" rtl="0" eaLnBrk="1" latinLnBrk="0" hangingPunct="1">
              <a:defRPr sz="16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fld id="{F61D7DA0-AA9A-8342-BE3E-6EB34F8DE2BC}" type="slidenum">
              <a:rPr kumimoji="1" lang="ja-JP" altLang="en-US" sz="1600" smtClean="0">
                <a:solidFill>
                  <a:schemeClr val="tx1"/>
                </a:solidFill>
              </a:rPr>
              <a:pPr/>
              <a:t>‹#›</a:t>
            </a:fld>
            <a:endParaRPr kumimoji="1" lang="ja-JP" altLang="en-US" sz="1600">
              <a:solidFill>
                <a:schemeClr val="tx1"/>
              </a:solidFill>
            </a:endParaRPr>
          </a:p>
        </p:txBody>
      </p:sp>
    </p:spTree>
    <p:extLst>
      <p:ext uri="{BB962C8B-B14F-4D97-AF65-F5344CB8AC3E}">
        <p14:creationId xmlns:p14="http://schemas.microsoft.com/office/powerpoint/2010/main" val="33396441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本文ページ（Blue）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8AE19E5A-C399-4861-2D7D-879AA1F0C84F}"/>
              </a:ext>
            </a:extLst>
          </p:cNvPr>
          <p:cNvSpPr txBox="1">
            <a:spLocks/>
          </p:cNvSpPr>
          <p:nvPr userDrawn="1"/>
        </p:nvSpPr>
        <p:spPr>
          <a:xfrm>
            <a:off x="325402" y="6394865"/>
            <a:ext cx="2743200" cy="331932"/>
          </a:xfrm>
          <a:prstGeom prst="rect">
            <a:avLst/>
          </a:prstGeom>
        </p:spPr>
        <p:txBody>
          <a:bodyPr/>
          <a:lstStyle>
            <a:defPPr>
              <a:defRPr lang="en-US"/>
            </a:defPPr>
            <a:lvl1pPr marL="0" algn="l" defTabSz="304670" rtl="0" eaLnBrk="1" latinLnBrk="0" hangingPunct="1">
              <a:defRPr sz="20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pPr algn="l"/>
            <a:r>
              <a:rPr kumimoji="1" lang="en" altLang="ja-JP" sz="700" dirty="0">
                <a:solidFill>
                  <a:schemeClr val="tx1"/>
                </a:solidFill>
              </a:rPr>
              <a:t>ⓒ ITOCHU Techno-Solutions Corporation</a:t>
            </a:r>
            <a:endParaRPr kumimoji="1" lang="ja-JP" altLang="en-US" sz="700">
              <a:solidFill>
                <a:schemeClr val="tx1"/>
              </a:solidFill>
            </a:endParaRPr>
          </a:p>
        </p:txBody>
      </p:sp>
      <p:sp>
        <p:nvSpPr>
          <p:cNvPr id="8" name="Slide Number Placeholder 5">
            <a:extLst>
              <a:ext uri="{FF2B5EF4-FFF2-40B4-BE49-F238E27FC236}">
                <a16:creationId xmlns:a16="http://schemas.microsoft.com/office/drawing/2014/main" id="{5B88EED6-B583-2F6F-A5EB-452C22B7FA9E}"/>
              </a:ext>
            </a:extLst>
          </p:cNvPr>
          <p:cNvSpPr txBox="1">
            <a:spLocks/>
          </p:cNvSpPr>
          <p:nvPr userDrawn="1"/>
        </p:nvSpPr>
        <p:spPr>
          <a:xfrm>
            <a:off x="9133618" y="6326799"/>
            <a:ext cx="2743200" cy="299462"/>
          </a:xfrm>
          <a:prstGeom prst="rect">
            <a:avLst/>
          </a:prstGeom>
        </p:spPr>
        <p:txBody>
          <a:bodyPr anchor="b"/>
          <a:lstStyle>
            <a:defPPr>
              <a:defRPr lang="en-US"/>
            </a:defPPr>
            <a:lvl1pPr marL="0" algn="r" defTabSz="304670" rtl="0" eaLnBrk="1" latinLnBrk="0" hangingPunct="1">
              <a:defRPr sz="16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fld id="{F61D7DA0-AA9A-8342-BE3E-6EB34F8DE2BC}" type="slidenum">
              <a:rPr kumimoji="1" lang="ja-JP" altLang="en-US" sz="1600" smtClean="0">
                <a:solidFill>
                  <a:schemeClr val="tx1"/>
                </a:solidFill>
              </a:rPr>
              <a:pPr/>
              <a:t>‹#›</a:t>
            </a:fld>
            <a:endParaRPr kumimoji="1" lang="ja-JP" altLang="en-US" sz="1600">
              <a:solidFill>
                <a:schemeClr val="tx1"/>
              </a:solidFill>
            </a:endParaRPr>
          </a:p>
        </p:txBody>
      </p:sp>
      <p:sp>
        <p:nvSpPr>
          <p:cNvPr id="3" name="テキスト プレースホルダー 12">
            <a:extLst>
              <a:ext uri="{FF2B5EF4-FFF2-40B4-BE49-F238E27FC236}">
                <a16:creationId xmlns:a16="http://schemas.microsoft.com/office/drawing/2014/main" id="{894B2F28-2EB2-D95E-3269-4717B394FA13}"/>
              </a:ext>
            </a:extLst>
          </p:cNvPr>
          <p:cNvSpPr>
            <a:spLocks noGrp="1"/>
          </p:cNvSpPr>
          <p:nvPr>
            <p:ph type="body" sz="quarter" idx="17" hasCustomPrompt="1"/>
          </p:nvPr>
        </p:nvSpPr>
        <p:spPr>
          <a:xfrm>
            <a:off x="398025" y="347571"/>
            <a:ext cx="8643197" cy="432000"/>
          </a:xfrm>
          <a:prstGeom prst="rect">
            <a:avLst/>
          </a:prstGeom>
        </p:spPr>
        <p:txBody>
          <a:bodyPr lIns="0" tIns="0" rIns="0">
            <a:noAutofit/>
          </a:bodyPr>
          <a:lstStyle>
            <a:lvl1pPr marL="0" indent="0">
              <a:buNone/>
              <a:defRPr sz="2800" b="1" i="0">
                <a:solidFill>
                  <a:schemeClr val="tx1"/>
                </a:solidFill>
                <a:latin typeface="Yu Gothic" panose="020B0400000000000000" pitchFamily="34" charset="-128"/>
                <a:ea typeface="Yu Gothic" panose="020B0400000000000000" pitchFamily="34" charset="-128"/>
              </a:defRPr>
            </a:lvl1pPr>
          </a:lstStyle>
          <a:p>
            <a:pPr lvl="0"/>
            <a:r>
              <a:rPr kumimoji="1" lang="ja-JP" altLang="en-US"/>
              <a:t>タイトルの書式設定</a:t>
            </a:r>
          </a:p>
        </p:txBody>
      </p:sp>
      <p:sp>
        <p:nvSpPr>
          <p:cNvPr id="5" name="テキスト プレースホルダー 12">
            <a:extLst>
              <a:ext uri="{FF2B5EF4-FFF2-40B4-BE49-F238E27FC236}">
                <a16:creationId xmlns:a16="http://schemas.microsoft.com/office/drawing/2014/main" id="{2D76FB24-79F7-F06C-3218-54816F770721}"/>
              </a:ext>
            </a:extLst>
          </p:cNvPr>
          <p:cNvSpPr>
            <a:spLocks noGrp="1"/>
          </p:cNvSpPr>
          <p:nvPr>
            <p:ph type="body" sz="quarter" idx="15" hasCustomPrompt="1"/>
          </p:nvPr>
        </p:nvSpPr>
        <p:spPr>
          <a:xfrm>
            <a:off x="814918" y="1268413"/>
            <a:ext cx="10562800" cy="4944103"/>
          </a:xfrm>
          <a:prstGeom prst="rect">
            <a:avLst/>
          </a:prstGeom>
        </p:spPr>
        <p:txBody>
          <a:bodyPr lIns="0" tIns="0" rIns="0" bIns="0">
            <a:noAutofit/>
          </a:bodyPr>
          <a:lstStyle>
            <a:lvl1pPr marL="342900" indent="-342900" defTabSz="479968">
              <a:buFont typeface="Arial" panose="020B0604020202020204" pitchFamily="34" charset="0"/>
              <a:buChar char="•"/>
              <a:defRPr sz="2800" b="0" i="0">
                <a:solidFill>
                  <a:schemeClr val="tx1"/>
                </a:solidFill>
                <a:latin typeface="Yu Gothic Medium" panose="020B0400000000000000" pitchFamily="34" charset="-128"/>
                <a:ea typeface="Yu Gothic Medium" panose="020B0400000000000000" pitchFamily="34" charset="-128"/>
              </a:defRPr>
            </a:lvl1pPr>
            <a:lvl2pPr>
              <a:defRPr b="0" i="0">
                <a:solidFill>
                  <a:schemeClr val="tx1"/>
                </a:solidFill>
                <a:latin typeface="Yu Gothic Medium" panose="020B0400000000000000" pitchFamily="34" charset="-128"/>
                <a:ea typeface="Yu Gothic Medium" panose="020B0400000000000000" pitchFamily="34" charset="-128"/>
              </a:defRPr>
            </a:lvl2pPr>
            <a:lvl3pPr>
              <a:defRPr b="0" i="0">
                <a:solidFill>
                  <a:schemeClr val="tx1"/>
                </a:solidFill>
                <a:latin typeface="Yu Gothic Medium" panose="020B0400000000000000" pitchFamily="34" charset="-128"/>
                <a:ea typeface="Yu Gothic Medium" panose="020B0400000000000000" pitchFamily="34" charset="-128"/>
              </a:defRPr>
            </a:lvl3pPr>
            <a:lvl4pPr>
              <a:defRPr b="0" i="0">
                <a:solidFill>
                  <a:schemeClr val="tx1"/>
                </a:solidFill>
                <a:latin typeface="Yu Gothic Medium" panose="020B0400000000000000" pitchFamily="34" charset="-128"/>
                <a:ea typeface="Yu Gothic Medium" panose="020B0400000000000000" pitchFamily="34" charset="-128"/>
              </a:defRPr>
            </a:lvl4pPr>
            <a:lvl5pPr>
              <a:defRPr b="0" i="0">
                <a:solidFill>
                  <a:schemeClr val="tx1"/>
                </a:solidFill>
                <a:latin typeface="Yu Gothic Medium" panose="020B0400000000000000" pitchFamily="34" charset="-128"/>
                <a:ea typeface="Yu Gothic Medium" panose="020B0400000000000000" pitchFamily="34" charset="-128"/>
              </a:defRPr>
            </a:lvl5pPr>
            <a:lvl6pPr>
              <a:defRPr b="0" i="0">
                <a:solidFill>
                  <a:schemeClr val="bg1"/>
                </a:solidFill>
                <a:latin typeface="Yu Gothic Medium" panose="020B0400000000000000" pitchFamily="34" charset="-128"/>
                <a:ea typeface="Yu Gothic Medium" panose="020B0400000000000000" pitchFamily="34" charset="-128"/>
              </a:defRPr>
            </a:lvl6pPr>
            <a:lvl7pPr>
              <a:defRPr b="0" i="0">
                <a:solidFill>
                  <a:schemeClr val="bg1"/>
                </a:solidFill>
              </a:defRPr>
            </a:lvl7pPr>
          </a:lstStyle>
          <a:p>
            <a:pPr lvl="0"/>
            <a:r>
              <a:rPr kumimoji="1" lang="ja-JP" altLang="en-US"/>
              <a:t>テキストの書式設定</a:t>
            </a:r>
            <a:endParaRPr kumimoji="1" lang="en-US" altLang="ja-JP" dirty="0"/>
          </a:p>
          <a:p>
            <a:pPr lvl="1"/>
            <a:r>
              <a:rPr kumimoji="1" lang="ja-JP" altLang="en-US"/>
              <a:t>テキスト</a:t>
            </a:r>
            <a:endParaRPr kumimoji="1" lang="en-US" altLang="ja-JP" dirty="0"/>
          </a:p>
          <a:p>
            <a:pPr lvl="2"/>
            <a:r>
              <a:rPr kumimoji="1" lang="ja-JP" altLang="en-US"/>
              <a:t>テキスト</a:t>
            </a:r>
            <a:endParaRPr kumimoji="1" lang="en-US" altLang="ja-JP" dirty="0"/>
          </a:p>
          <a:p>
            <a:pPr lvl="3"/>
            <a:r>
              <a:rPr kumimoji="1" lang="ja-JP" altLang="en-US"/>
              <a:t>テキスト</a:t>
            </a:r>
            <a:endParaRPr kumimoji="1" lang="en-US" altLang="ja-JP" dirty="0"/>
          </a:p>
          <a:p>
            <a:pPr lvl="4"/>
            <a:r>
              <a:rPr kumimoji="1" lang="ja-JP" altLang="en-US"/>
              <a:t>テキスト</a:t>
            </a:r>
            <a:endParaRPr kumimoji="1" lang="en-US" altLang="ja-JP" dirty="0"/>
          </a:p>
        </p:txBody>
      </p:sp>
    </p:spTree>
    <p:extLst>
      <p:ext uri="{BB962C8B-B14F-4D97-AF65-F5344CB8AC3E}">
        <p14:creationId xmlns:p14="http://schemas.microsoft.com/office/powerpoint/2010/main" val="15189358"/>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本文ページ（Blue）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8AE19E5A-C399-4861-2D7D-879AA1F0C84F}"/>
              </a:ext>
            </a:extLst>
          </p:cNvPr>
          <p:cNvSpPr txBox="1">
            <a:spLocks/>
          </p:cNvSpPr>
          <p:nvPr userDrawn="1"/>
        </p:nvSpPr>
        <p:spPr>
          <a:xfrm>
            <a:off x="325402" y="6394865"/>
            <a:ext cx="2743200" cy="331932"/>
          </a:xfrm>
          <a:prstGeom prst="rect">
            <a:avLst/>
          </a:prstGeom>
        </p:spPr>
        <p:txBody>
          <a:bodyPr/>
          <a:lstStyle>
            <a:defPPr>
              <a:defRPr lang="en-US"/>
            </a:defPPr>
            <a:lvl1pPr marL="0" algn="l" defTabSz="304670" rtl="0" eaLnBrk="1" latinLnBrk="0" hangingPunct="1">
              <a:defRPr sz="20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pPr algn="l"/>
            <a:r>
              <a:rPr kumimoji="1" lang="en" altLang="ja-JP" sz="700" dirty="0">
                <a:solidFill>
                  <a:schemeClr val="tx1"/>
                </a:solidFill>
              </a:rPr>
              <a:t>ⓒ ITOCHU Techno-Solutions Corporation</a:t>
            </a:r>
            <a:endParaRPr kumimoji="1" lang="ja-JP" altLang="en-US" sz="700">
              <a:solidFill>
                <a:schemeClr val="tx1"/>
              </a:solidFill>
            </a:endParaRPr>
          </a:p>
        </p:txBody>
      </p:sp>
      <p:sp>
        <p:nvSpPr>
          <p:cNvPr id="8" name="Slide Number Placeholder 5">
            <a:extLst>
              <a:ext uri="{FF2B5EF4-FFF2-40B4-BE49-F238E27FC236}">
                <a16:creationId xmlns:a16="http://schemas.microsoft.com/office/drawing/2014/main" id="{5B88EED6-B583-2F6F-A5EB-452C22B7FA9E}"/>
              </a:ext>
            </a:extLst>
          </p:cNvPr>
          <p:cNvSpPr txBox="1">
            <a:spLocks/>
          </p:cNvSpPr>
          <p:nvPr userDrawn="1"/>
        </p:nvSpPr>
        <p:spPr>
          <a:xfrm>
            <a:off x="9133618" y="6326799"/>
            <a:ext cx="2743200" cy="299462"/>
          </a:xfrm>
          <a:prstGeom prst="rect">
            <a:avLst/>
          </a:prstGeom>
        </p:spPr>
        <p:txBody>
          <a:bodyPr anchor="b"/>
          <a:lstStyle>
            <a:defPPr>
              <a:defRPr lang="en-US"/>
            </a:defPPr>
            <a:lvl1pPr marL="0" algn="r" defTabSz="304670" rtl="0" eaLnBrk="1" latinLnBrk="0" hangingPunct="1">
              <a:defRPr sz="16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fld id="{F61D7DA0-AA9A-8342-BE3E-6EB34F8DE2BC}" type="slidenum">
              <a:rPr kumimoji="1" lang="ja-JP" altLang="en-US" sz="1600" smtClean="0">
                <a:solidFill>
                  <a:schemeClr val="tx1"/>
                </a:solidFill>
              </a:rPr>
              <a:pPr/>
              <a:t>‹#›</a:t>
            </a:fld>
            <a:endParaRPr kumimoji="1" lang="ja-JP" altLang="en-US" sz="1600">
              <a:solidFill>
                <a:schemeClr val="tx1"/>
              </a:solidFill>
            </a:endParaRPr>
          </a:p>
        </p:txBody>
      </p:sp>
      <p:sp>
        <p:nvSpPr>
          <p:cNvPr id="3" name="テキスト プレースホルダー 12">
            <a:extLst>
              <a:ext uri="{FF2B5EF4-FFF2-40B4-BE49-F238E27FC236}">
                <a16:creationId xmlns:a16="http://schemas.microsoft.com/office/drawing/2014/main" id="{2CD85119-74BE-A8B0-D31F-1DC10F827D3B}"/>
              </a:ext>
            </a:extLst>
          </p:cNvPr>
          <p:cNvSpPr>
            <a:spLocks noGrp="1"/>
          </p:cNvSpPr>
          <p:nvPr>
            <p:ph type="body" sz="quarter" idx="16" hasCustomPrompt="1"/>
          </p:nvPr>
        </p:nvSpPr>
        <p:spPr>
          <a:xfrm>
            <a:off x="398026" y="347571"/>
            <a:ext cx="8640000" cy="432000"/>
          </a:xfrm>
          <a:prstGeom prst="rect">
            <a:avLst/>
          </a:prstGeom>
        </p:spPr>
        <p:txBody>
          <a:bodyPr lIns="0" tIns="0" rIns="0">
            <a:noAutofit/>
          </a:bodyPr>
          <a:lstStyle>
            <a:lvl1pPr marL="0" indent="0">
              <a:buNone/>
              <a:defRPr sz="2800" b="1" i="0">
                <a:solidFill>
                  <a:schemeClr val="tx1"/>
                </a:solidFill>
                <a:latin typeface="Yu Gothic" panose="020B0400000000000000" pitchFamily="34" charset="-128"/>
                <a:ea typeface="Yu Gothic" panose="020B0400000000000000" pitchFamily="34" charset="-128"/>
              </a:defRPr>
            </a:lvl1pPr>
          </a:lstStyle>
          <a:p>
            <a:pPr lvl="0"/>
            <a:r>
              <a:rPr kumimoji="1" lang="ja-JP" altLang="en-US"/>
              <a:t>タイトルの書式設定</a:t>
            </a:r>
          </a:p>
        </p:txBody>
      </p:sp>
      <p:sp>
        <p:nvSpPr>
          <p:cNvPr id="5" name="テキスト プレースホルダー 12">
            <a:extLst>
              <a:ext uri="{FF2B5EF4-FFF2-40B4-BE49-F238E27FC236}">
                <a16:creationId xmlns:a16="http://schemas.microsoft.com/office/drawing/2014/main" id="{2815103C-B0C1-BDA9-97C9-1BCB0BC710F2}"/>
              </a:ext>
            </a:extLst>
          </p:cNvPr>
          <p:cNvSpPr>
            <a:spLocks noGrp="1"/>
          </p:cNvSpPr>
          <p:nvPr>
            <p:ph type="body" sz="quarter" idx="15" hasCustomPrompt="1"/>
          </p:nvPr>
        </p:nvSpPr>
        <p:spPr>
          <a:xfrm>
            <a:off x="814918" y="1268412"/>
            <a:ext cx="4949027" cy="4944104"/>
          </a:xfrm>
          <a:prstGeom prst="rect">
            <a:avLst/>
          </a:prstGeom>
        </p:spPr>
        <p:txBody>
          <a:bodyPr lIns="0" tIns="0" rIns="0" bIns="0">
            <a:noAutofit/>
          </a:bodyPr>
          <a:lstStyle>
            <a:lvl1pPr marL="342900" indent="-342900" defTabSz="479968">
              <a:buFont typeface="Arial" panose="020B0604020202020204" pitchFamily="34" charset="0"/>
              <a:buChar char="•"/>
              <a:defRPr sz="2800" b="0" i="0">
                <a:solidFill>
                  <a:schemeClr val="tx1"/>
                </a:solidFill>
                <a:latin typeface="Yu Gothic Medium" panose="020B0400000000000000" pitchFamily="34" charset="-128"/>
                <a:ea typeface="Yu Gothic Medium" panose="020B0400000000000000" pitchFamily="34" charset="-128"/>
              </a:defRPr>
            </a:lvl1pPr>
            <a:lvl2pPr>
              <a:defRPr b="0" i="0">
                <a:solidFill>
                  <a:schemeClr val="tx1"/>
                </a:solidFill>
                <a:latin typeface="Yu Gothic Medium" panose="020B0400000000000000" pitchFamily="34" charset="-128"/>
                <a:ea typeface="Yu Gothic Medium" panose="020B0400000000000000" pitchFamily="34" charset="-128"/>
              </a:defRPr>
            </a:lvl2pPr>
            <a:lvl3pPr>
              <a:defRPr b="0" i="0">
                <a:solidFill>
                  <a:schemeClr val="tx1"/>
                </a:solidFill>
                <a:latin typeface="Yu Gothic Medium" panose="020B0400000000000000" pitchFamily="34" charset="-128"/>
                <a:ea typeface="Yu Gothic Medium" panose="020B0400000000000000" pitchFamily="34" charset="-128"/>
              </a:defRPr>
            </a:lvl3pPr>
            <a:lvl4pPr>
              <a:defRPr b="0" i="0">
                <a:solidFill>
                  <a:schemeClr val="tx1"/>
                </a:solidFill>
                <a:latin typeface="Yu Gothic Medium" panose="020B0400000000000000" pitchFamily="34" charset="-128"/>
                <a:ea typeface="Yu Gothic Medium" panose="020B0400000000000000" pitchFamily="34" charset="-128"/>
              </a:defRPr>
            </a:lvl4pPr>
            <a:lvl5pPr>
              <a:defRPr b="0" i="0">
                <a:solidFill>
                  <a:schemeClr val="tx1"/>
                </a:solidFill>
                <a:latin typeface="Yu Gothic Medium" panose="020B0400000000000000" pitchFamily="34" charset="-128"/>
                <a:ea typeface="Yu Gothic Medium" panose="020B0400000000000000" pitchFamily="34" charset="-128"/>
              </a:defRPr>
            </a:lvl5pPr>
            <a:lvl6pPr>
              <a:defRPr b="0" i="0">
                <a:solidFill>
                  <a:schemeClr val="bg1"/>
                </a:solidFill>
                <a:latin typeface="Yu Gothic Medium" panose="020B0400000000000000" pitchFamily="34" charset="-128"/>
                <a:ea typeface="Yu Gothic Medium" panose="020B0400000000000000" pitchFamily="34" charset="-128"/>
              </a:defRPr>
            </a:lvl6pPr>
            <a:lvl7pPr>
              <a:defRPr b="0" i="0">
                <a:solidFill>
                  <a:schemeClr val="bg1"/>
                </a:solidFill>
                <a:latin typeface="Yu Gothic Medium" panose="020B0400000000000000" pitchFamily="34" charset="-128"/>
                <a:ea typeface="Yu Gothic Medium" panose="020B0400000000000000" pitchFamily="34" charset="-128"/>
              </a:defRPr>
            </a:lvl7pPr>
          </a:lstStyle>
          <a:p>
            <a:pPr lvl="0"/>
            <a:r>
              <a:rPr kumimoji="1" lang="ja-JP" altLang="en-US"/>
              <a:t>テキストの書式設定</a:t>
            </a:r>
            <a:endParaRPr kumimoji="1" lang="en-US" altLang="ja-JP" dirty="0"/>
          </a:p>
          <a:p>
            <a:pPr lvl="1"/>
            <a:r>
              <a:rPr kumimoji="1" lang="ja-JP" altLang="en-US"/>
              <a:t>テキスト</a:t>
            </a:r>
            <a:endParaRPr kumimoji="1" lang="en-US" altLang="ja-JP" dirty="0"/>
          </a:p>
          <a:p>
            <a:pPr lvl="2"/>
            <a:r>
              <a:rPr kumimoji="1" lang="ja-JP" altLang="en-US"/>
              <a:t>テキスト</a:t>
            </a:r>
            <a:endParaRPr kumimoji="1" lang="en-US" altLang="ja-JP" dirty="0"/>
          </a:p>
          <a:p>
            <a:pPr lvl="3"/>
            <a:r>
              <a:rPr kumimoji="1" lang="ja-JP" altLang="en-US"/>
              <a:t>テキスト</a:t>
            </a:r>
            <a:endParaRPr kumimoji="1" lang="en-US" altLang="ja-JP" dirty="0"/>
          </a:p>
          <a:p>
            <a:pPr lvl="4"/>
            <a:r>
              <a:rPr kumimoji="1" lang="ja-JP" altLang="en-US"/>
              <a:t>テキスト</a:t>
            </a:r>
            <a:endParaRPr kumimoji="1" lang="en-US" altLang="ja-JP" dirty="0"/>
          </a:p>
        </p:txBody>
      </p:sp>
      <p:sp>
        <p:nvSpPr>
          <p:cNvPr id="9" name="テキスト プレースホルダー 12">
            <a:extLst>
              <a:ext uri="{FF2B5EF4-FFF2-40B4-BE49-F238E27FC236}">
                <a16:creationId xmlns:a16="http://schemas.microsoft.com/office/drawing/2014/main" id="{08973DCF-40A2-6351-B849-2EFB0AEB7C35}"/>
              </a:ext>
            </a:extLst>
          </p:cNvPr>
          <p:cNvSpPr>
            <a:spLocks noGrp="1"/>
          </p:cNvSpPr>
          <p:nvPr>
            <p:ph type="body" sz="quarter" idx="17" hasCustomPrompt="1"/>
          </p:nvPr>
        </p:nvSpPr>
        <p:spPr>
          <a:xfrm>
            <a:off x="6428691" y="1268414"/>
            <a:ext cx="4949027" cy="4944104"/>
          </a:xfrm>
          <a:prstGeom prst="rect">
            <a:avLst/>
          </a:prstGeom>
        </p:spPr>
        <p:txBody>
          <a:bodyPr lIns="0" tIns="0" rIns="0" bIns="0">
            <a:noAutofit/>
          </a:bodyPr>
          <a:lstStyle>
            <a:lvl1pPr marL="342900" indent="-342900" defTabSz="479968">
              <a:buFont typeface="Arial" panose="020B0604020202020204" pitchFamily="34" charset="0"/>
              <a:buChar char="•"/>
              <a:defRPr sz="2800" b="0" i="0">
                <a:solidFill>
                  <a:schemeClr val="tx1"/>
                </a:solidFill>
                <a:latin typeface="Yu Gothic Medium" panose="020B0400000000000000" pitchFamily="34" charset="-128"/>
                <a:ea typeface="Yu Gothic Medium" panose="020B0400000000000000" pitchFamily="34" charset="-128"/>
              </a:defRPr>
            </a:lvl1pPr>
            <a:lvl2pPr>
              <a:defRPr b="0" i="0">
                <a:solidFill>
                  <a:schemeClr val="tx1"/>
                </a:solidFill>
                <a:latin typeface="Yu Gothic Medium" panose="020B0400000000000000" pitchFamily="34" charset="-128"/>
                <a:ea typeface="Yu Gothic Medium" panose="020B0400000000000000" pitchFamily="34" charset="-128"/>
              </a:defRPr>
            </a:lvl2pPr>
            <a:lvl3pPr>
              <a:defRPr b="0" i="0">
                <a:solidFill>
                  <a:schemeClr val="tx1"/>
                </a:solidFill>
                <a:latin typeface="Yu Gothic Medium" panose="020B0400000000000000" pitchFamily="34" charset="-128"/>
                <a:ea typeface="Yu Gothic Medium" panose="020B0400000000000000" pitchFamily="34" charset="-128"/>
              </a:defRPr>
            </a:lvl3pPr>
            <a:lvl4pPr>
              <a:defRPr b="0" i="0">
                <a:solidFill>
                  <a:schemeClr val="tx1"/>
                </a:solidFill>
                <a:latin typeface="Yu Gothic Medium" panose="020B0400000000000000" pitchFamily="34" charset="-128"/>
                <a:ea typeface="Yu Gothic Medium" panose="020B0400000000000000" pitchFamily="34" charset="-128"/>
              </a:defRPr>
            </a:lvl4pPr>
            <a:lvl5pPr>
              <a:defRPr b="0" i="0">
                <a:solidFill>
                  <a:schemeClr val="tx1"/>
                </a:solidFill>
                <a:latin typeface="Yu Gothic Medium" panose="020B0400000000000000" pitchFamily="34" charset="-128"/>
                <a:ea typeface="Yu Gothic Medium" panose="020B0400000000000000" pitchFamily="34" charset="-128"/>
              </a:defRPr>
            </a:lvl5pPr>
            <a:lvl6pPr>
              <a:defRPr b="0" i="0">
                <a:solidFill>
                  <a:schemeClr val="bg1"/>
                </a:solidFill>
                <a:latin typeface="Yu Gothic Medium" panose="020B0400000000000000" pitchFamily="34" charset="-128"/>
                <a:ea typeface="Yu Gothic Medium" panose="020B0400000000000000" pitchFamily="34" charset="-128"/>
              </a:defRPr>
            </a:lvl6pPr>
            <a:lvl7pPr>
              <a:defRPr b="0" i="0">
                <a:solidFill>
                  <a:schemeClr val="bg1"/>
                </a:solidFill>
                <a:latin typeface="Yu Gothic Medium" panose="020B0400000000000000" pitchFamily="34" charset="-128"/>
                <a:ea typeface="Yu Gothic Medium" panose="020B0400000000000000" pitchFamily="34" charset="-128"/>
              </a:defRPr>
            </a:lvl7pPr>
          </a:lstStyle>
          <a:p>
            <a:pPr lvl="0"/>
            <a:r>
              <a:rPr kumimoji="1" lang="ja-JP" altLang="en-US"/>
              <a:t>テキストの書式設定</a:t>
            </a:r>
            <a:endParaRPr kumimoji="1" lang="en-US" altLang="ja-JP" dirty="0"/>
          </a:p>
          <a:p>
            <a:pPr lvl="1"/>
            <a:r>
              <a:rPr kumimoji="1" lang="ja-JP" altLang="en-US"/>
              <a:t>テキスト</a:t>
            </a:r>
            <a:endParaRPr kumimoji="1" lang="en-US" altLang="ja-JP" dirty="0"/>
          </a:p>
          <a:p>
            <a:pPr lvl="2"/>
            <a:r>
              <a:rPr kumimoji="1" lang="ja-JP" altLang="en-US"/>
              <a:t>テキスト</a:t>
            </a:r>
            <a:endParaRPr kumimoji="1" lang="en-US" altLang="ja-JP" dirty="0"/>
          </a:p>
          <a:p>
            <a:pPr lvl="3"/>
            <a:r>
              <a:rPr kumimoji="1" lang="ja-JP" altLang="en-US"/>
              <a:t>テキスト</a:t>
            </a:r>
            <a:endParaRPr kumimoji="1" lang="en-US" altLang="ja-JP" dirty="0"/>
          </a:p>
          <a:p>
            <a:pPr lvl="4"/>
            <a:r>
              <a:rPr kumimoji="1" lang="ja-JP" altLang="en-US"/>
              <a:t>テキスト</a:t>
            </a:r>
            <a:endParaRPr kumimoji="1" lang="en-US" altLang="ja-JP" dirty="0"/>
          </a:p>
        </p:txBody>
      </p:sp>
    </p:spTree>
    <p:extLst>
      <p:ext uri="{BB962C8B-B14F-4D97-AF65-F5344CB8AC3E}">
        <p14:creationId xmlns:p14="http://schemas.microsoft.com/office/powerpoint/2010/main" val="1566096254"/>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裏表紙（Blu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591719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裏表紙（Blue_ブランドコピー）">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1A866FDB-CB5B-995B-D594-94D3BC84935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385237" y="2289970"/>
            <a:ext cx="7421525" cy="2278059"/>
          </a:xfrm>
          <a:prstGeom prst="rect">
            <a:avLst/>
          </a:prstGeom>
        </p:spPr>
      </p:pic>
    </p:spTree>
    <p:extLst>
      <p:ext uri="{BB962C8B-B14F-4D97-AF65-F5344CB8AC3E}">
        <p14:creationId xmlns:p14="http://schemas.microsoft.com/office/powerpoint/2010/main" val="25245365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表紙（Whi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91195-F120-BCB2-5EE3-723E70C1FCC0}"/>
              </a:ext>
            </a:extLst>
          </p:cNvPr>
          <p:cNvSpPr>
            <a:spLocks noGrp="1"/>
          </p:cNvSpPr>
          <p:nvPr>
            <p:ph type="ctrTitle"/>
          </p:nvPr>
        </p:nvSpPr>
        <p:spPr>
          <a:xfrm>
            <a:off x="814282" y="1989088"/>
            <a:ext cx="10563436" cy="1371445"/>
          </a:xfrm>
          <a:prstGeom prst="rect">
            <a:avLst/>
          </a:prstGeom>
        </p:spPr>
        <p:txBody>
          <a:bodyPr lIns="0" tIns="0" rIns="0" bIns="0" anchor="b">
            <a:normAutofit/>
          </a:bodyPr>
          <a:lstStyle>
            <a:lvl1pPr algn="l">
              <a:defRPr sz="3600" b="1" i="0">
                <a:solidFill>
                  <a:schemeClr val="tx1"/>
                </a:solidFill>
                <a:latin typeface="Yu Gothic" panose="020B0400000000000000" pitchFamily="34" charset="-128"/>
                <a:ea typeface="Yu Gothic" panose="020B0400000000000000" pitchFamily="34" charset="-128"/>
              </a:defRPr>
            </a:lvl1pPr>
          </a:lstStyle>
          <a:p>
            <a:r>
              <a:rPr lang="ja-JP" altLang="en-US"/>
              <a:t>マスター タイトルの書式設定</a:t>
            </a:r>
            <a:endParaRPr lang="en-US" dirty="0"/>
          </a:p>
        </p:txBody>
      </p:sp>
      <p:sp>
        <p:nvSpPr>
          <p:cNvPr id="4" name="テキスト プレースホルダー 12">
            <a:extLst>
              <a:ext uri="{FF2B5EF4-FFF2-40B4-BE49-F238E27FC236}">
                <a16:creationId xmlns:a16="http://schemas.microsoft.com/office/drawing/2014/main" id="{62214ACD-D9BE-40F6-D231-9138B52159B5}"/>
              </a:ext>
            </a:extLst>
          </p:cNvPr>
          <p:cNvSpPr>
            <a:spLocks noGrp="1"/>
          </p:cNvSpPr>
          <p:nvPr>
            <p:ph type="body" sz="quarter" idx="13"/>
          </p:nvPr>
        </p:nvSpPr>
        <p:spPr>
          <a:xfrm>
            <a:off x="814282" y="5470206"/>
            <a:ext cx="10563436" cy="365125"/>
          </a:xfrm>
          <a:prstGeom prst="rect">
            <a:avLst/>
          </a:prstGeom>
        </p:spPr>
        <p:txBody>
          <a:bodyPr lIns="0" tIns="0" rIns="0" bIns="0">
            <a:noAutofit/>
          </a:bodyPr>
          <a:lstStyle>
            <a:lvl1pPr marL="0" indent="0">
              <a:buNone/>
              <a:defRPr sz="2400" b="0" i="0">
                <a:solidFill>
                  <a:schemeClr val="tx1"/>
                </a:solidFill>
                <a:latin typeface="Yu Gothic Medium" panose="020B0400000000000000" pitchFamily="34" charset="-128"/>
                <a:ea typeface="Yu Gothic Medium" panose="020B0400000000000000" pitchFamily="34" charset="-128"/>
              </a:defRPr>
            </a:lvl1pPr>
          </a:lstStyle>
          <a:p>
            <a:pPr lvl="0"/>
            <a:r>
              <a:rPr kumimoji="1" lang="ja-JP" altLang="en-US"/>
              <a:t>マスター テキストの書式設定</a:t>
            </a:r>
          </a:p>
        </p:txBody>
      </p:sp>
      <p:sp>
        <p:nvSpPr>
          <p:cNvPr id="5" name="テキスト プレースホルダー 12">
            <a:extLst>
              <a:ext uri="{FF2B5EF4-FFF2-40B4-BE49-F238E27FC236}">
                <a16:creationId xmlns:a16="http://schemas.microsoft.com/office/drawing/2014/main" id="{8FC9C3C0-2F9D-131F-910E-8008929D8480}"/>
              </a:ext>
            </a:extLst>
          </p:cNvPr>
          <p:cNvSpPr>
            <a:spLocks noGrp="1"/>
          </p:cNvSpPr>
          <p:nvPr>
            <p:ph type="body" sz="quarter" idx="14"/>
          </p:nvPr>
        </p:nvSpPr>
        <p:spPr>
          <a:xfrm>
            <a:off x="814282" y="5930984"/>
            <a:ext cx="10563436" cy="365125"/>
          </a:xfrm>
          <a:prstGeom prst="rect">
            <a:avLst/>
          </a:prstGeom>
        </p:spPr>
        <p:txBody>
          <a:bodyPr lIns="0" tIns="0" rIns="0" bIns="0">
            <a:noAutofit/>
          </a:bodyPr>
          <a:lstStyle>
            <a:lvl1pPr marL="0" indent="0">
              <a:buNone/>
              <a:defRPr sz="2400" b="0" i="0">
                <a:solidFill>
                  <a:schemeClr val="tx1"/>
                </a:solidFill>
                <a:latin typeface="Yu Gothic Medium" panose="020B0400000000000000" pitchFamily="34" charset="-128"/>
                <a:ea typeface="Yu Gothic Medium" panose="020B0400000000000000" pitchFamily="34" charset="-128"/>
              </a:defRPr>
            </a:lvl1pPr>
          </a:lstStyle>
          <a:p>
            <a:pPr lvl="0"/>
            <a:r>
              <a:rPr kumimoji="1" lang="ja-JP" altLang="en-US"/>
              <a:t>マスター テキストの書式設定</a:t>
            </a:r>
          </a:p>
        </p:txBody>
      </p:sp>
      <p:sp>
        <p:nvSpPr>
          <p:cNvPr id="6" name="テキスト プレースホルダー 12">
            <a:extLst>
              <a:ext uri="{FF2B5EF4-FFF2-40B4-BE49-F238E27FC236}">
                <a16:creationId xmlns:a16="http://schemas.microsoft.com/office/drawing/2014/main" id="{6B053CD4-F3BD-5F69-E59C-A597A09B6F56}"/>
              </a:ext>
            </a:extLst>
          </p:cNvPr>
          <p:cNvSpPr>
            <a:spLocks noGrp="1"/>
          </p:cNvSpPr>
          <p:nvPr>
            <p:ph type="body" sz="quarter" idx="15"/>
          </p:nvPr>
        </p:nvSpPr>
        <p:spPr>
          <a:xfrm>
            <a:off x="814282" y="3453206"/>
            <a:ext cx="10563436" cy="947344"/>
          </a:xfrm>
          <a:prstGeom prst="rect">
            <a:avLst/>
          </a:prstGeom>
        </p:spPr>
        <p:txBody>
          <a:bodyPr lIns="0" tIns="0" rIns="0" bIns="0">
            <a:noAutofit/>
          </a:bodyPr>
          <a:lstStyle>
            <a:lvl1pPr marL="0" indent="0">
              <a:buNone/>
              <a:defRPr sz="2400" b="0" i="0">
                <a:solidFill>
                  <a:schemeClr val="tx1"/>
                </a:solidFill>
                <a:latin typeface="Yu Gothic Medium" panose="020B0400000000000000" pitchFamily="34" charset="-128"/>
                <a:ea typeface="Yu Gothic Medium" panose="020B0400000000000000" pitchFamily="34" charset="-128"/>
              </a:defRPr>
            </a:lvl1pPr>
          </a:lstStyle>
          <a:p>
            <a:pPr lvl="0"/>
            <a:r>
              <a:rPr kumimoji="1" lang="ja-JP" altLang="en-US"/>
              <a:t>マスター テキストの書式設定</a:t>
            </a:r>
          </a:p>
        </p:txBody>
      </p:sp>
      <p:sp>
        <p:nvSpPr>
          <p:cNvPr id="7" name="テキスト プレースホルダー 12">
            <a:extLst>
              <a:ext uri="{FF2B5EF4-FFF2-40B4-BE49-F238E27FC236}">
                <a16:creationId xmlns:a16="http://schemas.microsoft.com/office/drawing/2014/main" id="{D9EF9A27-04EA-7E2B-D6F5-AF1EDB7732C8}"/>
              </a:ext>
            </a:extLst>
          </p:cNvPr>
          <p:cNvSpPr>
            <a:spLocks noGrp="1"/>
          </p:cNvSpPr>
          <p:nvPr>
            <p:ph type="body" sz="quarter" idx="17"/>
          </p:nvPr>
        </p:nvSpPr>
        <p:spPr>
          <a:xfrm>
            <a:off x="814282" y="561890"/>
            <a:ext cx="8640000" cy="432000"/>
          </a:xfrm>
          <a:prstGeom prst="rect">
            <a:avLst/>
          </a:prstGeom>
        </p:spPr>
        <p:txBody>
          <a:bodyPr lIns="0" tIns="0" rIns="0" bIns="0">
            <a:noAutofit/>
          </a:bodyPr>
          <a:lstStyle>
            <a:lvl1pPr marL="0" indent="0">
              <a:buNone/>
              <a:defRPr sz="2400" b="1" i="0">
                <a:solidFill>
                  <a:schemeClr val="tx1"/>
                </a:solidFill>
                <a:latin typeface="Yu Gothic Medium" panose="020B0400000000000000" pitchFamily="34" charset="-128"/>
                <a:ea typeface="Yu Gothic Medium" panose="020B0400000000000000" pitchFamily="34" charset="-128"/>
              </a:defRPr>
            </a:lvl1pPr>
          </a:lstStyle>
          <a:p>
            <a:pPr lvl="0"/>
            <a:r>
              <a:rPr kumimoji="1" lang="ja-JP" altLang="en-US"/>
              <a:t>マスター テキストの書式設定</a:t>
            </a:r>
          </a:p>
        </p:txBody>
      </p:sp>
      <p:sp>
        <p:nvSpPr>
          <p:cNvPr id="8" name="テキスト プレースホルダー 12">
            <a:extLst>
              <a:ext uri="{FF2B5EF4-FFF2-40B4-BE49-F238E27FC236}">
                <a16:creationId xmlns:a16="http://schemas.microsoft.com/office/drawing/2014/main" id="{2357C29B-0DCF-D563-E30D-4DC66D7A7AF1}"/>
              </a:ext>
            </a:extLst>
          </p:cNvPr>
          <p:cNvSpPr>
            <a:spLocks noGrp="1"/>
          </p:cNvSpPr>
          <p:nvPr>
            <p:ph type="body" sz="quarter" idx="18"/>
          </p:nvPr>
        </p:nvSpPr>
        <p:spPr>
          <a:xfrm>
            <a:off x="814282" y="5011200"/>
            <a:ext cx="10563436" cy="365125"/>
          </a:xfrm>
          <a:prstGeom prst="rect">
            <a:avLst/>
          </a:prstGeom>
        </p:spPr>
        <p:txBody>
          <a:bodyPr lIns="0" tIns="0" rIns="0" bIns="0">
            <a:noAutofit/>
          </a:bodyPr>
          <a:lstStyle>
            <a:lvl1pPr marL="0" indent="0">
              <a:buNone/>
              <a:defRPr sz="2400" b="0" i="0">
                <a:solidFill>
                  <a:schemeClr val="tx1"/>
                </a:solidFill>
                <a:latin typeface="Yu Gothic Medium" panose="020B0400000000000000" pitchFamily="34" charset="-128"/>
                <a:ea typeface="Yu Gothic Medium" panose="020B0400000000000000" pitchFamily="34" charset="-128"/>
              </a:defRPr>
            </a:lvl1pPr>
          </a:lstStyle>
          <a:p>
            <a:pPr lvl="0"/>
            <a:r>
              <a:rPr kumimoji="1" lang="ja-JP" altLang="en-US"/>
              <a:t>マスター テキストの書式設定</a:t>
            </a:r>
          </a:p>
        </p:txBody>
      </p:sp>
    </p:spTree>
    <p:extLst>
      <p:ext uri="{BB962C8B-B14F-4D97-AF65-F5344CB8AC3E}">
        <p14:creationId xmlns:p14="http://schemas.microsoft.com/office/powerpoint/2010/main" val="1798452634"/>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目次（Whi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FDA9D96-0593-35C3-1979-E826592B79F1}"/>
              </a:ext>
            </a:extLst>
          </p:cNvPr>
          <p:cNvSpPr txBox="1">
            <a:spLocks/>
          </p:cNvSpPr>
          <p:nvPr userDrawn="1"/>
        </p:nvSpPr>
        <p:spPr>
          <a:xfrm>
            <a:off x="325402" y="6394865"/>
            <a:ext cx="2743200" cy="331932"/>
          </a:xfrm>
          <a:prstGeom prst="rect">
            <a:avLst/>
          </a:prstGeom>
        </p:spPr>
        <p:txBody>
          <a:bodyPr/>
          <a:lstStyle>
            <a:defPPr>
              <a:defRPr lang="en-US"/>
            </a:defPPr>
            <a:lvl1pPr marL="0" algn="l" defTabSz="304670" rtl="0" eaLnBrk="1" latinLnBrk="0" hangingPunct="1">
              <a:defRPr sz="20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pPr algn="l"/>
            <a:r>
              <a:rPr kumimoji="1" lang="en" altLang="ja-JP" sz="700" dirty="0">
                <a:solidFill>
                  <a:schemeClr val="tx1"/>
                </a:solidFill>
              </a:rPr>
              <a:t>ⓒ ITOCHU Techno-Solutions Corporation</a:t>
            </a:r>
            <a:endParaRPr kumimoji="1" lang="ja-JP" altLang="en-US" sz="700">
              <a:solidFill>
                <a:schemeClr val="tx1"/>
              </a:solidFill>
            </a:endParaRPr>
          </a:p>
        </p:txBody>
      </p:sp>
      <p:sp>
        <p:nvSpPr>
          <p:cNvPr id="5" name="Slide Number Placeholder 5">
            <a:extLst>
              <a:ext uri="{FF2B5EF4-FFF2-40B4-BE49-F238E27FC236}">
                <a16:creationId xmlns:a16="http://schemas.microsoft.com/office/drawing/2014/main" id="{5E565B7F-EA3C-5F4C-83F4-5E84A10FF4D0}"/>
              </a:ext>
            </a:extLst>
          </p:cNvPr>
          <p:cNvSpPr txBox="1">
            <a:spLocks/>
          </p:cNvSpPr>
          <p:nvPr userDrawn="1"/>
        </p:nvSpPr>
        <p:spPr>
          <a:xfrm>
            <a:off x="9133618" y="6326799"/>
            <a:ext cx="2743200" cy="299462"/>
          </a:xfrm>
          <a:prstGeom prst="rect">
            <a:avLst/>
          </a:prstGeom>
        </p:spPr>
        <p:txBody>
          <a:bodyPr anchor="b"/>
          <a:lstStyle>
            <a:defPPr>
              <a:defRPr lang="en-US"/>
            </a:defPPr>
            <a:lvl1pPr marL="0" algn="r" defTabSz="304670" rtl="0" eaLnBrk="1" latinLnBrk="0" hangingPunct="1">
              <a:defRPr sz="16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fld id="{F61D7DA0-AA9A-8342-BE3E-6EB34F8DE2BC}" type="slidenum">
              <a:rPr kumimoji="1" lang="ja-JP" altLang="en-US" sz="1600" smtClean="0">
                <a:solidFill>
                  <a:schemeClr val="tx1"/>
                </a:solidFill>
              </a:rPr>
              <a:pPr/>
              <a:t>‹#›</a:t>
            </a:fld>
            <a:endParaRPr kumimoji="1" lang="ja-JP" altLang="en-US" sz="1600">
              <a:solidFill>
                <a:schemeClr val="tx1"/>
              </a:solidFill>
            </a:endParaRPr>
          </a:p>
        </p:txBody>
      </p:sp>
      <p:sp>
        <p:nvSpPr>
          <p:cNvPr id="2" name="テキスト プレースホルダー 12">
            <a:extLst>
              <a:ext uri="{FF2B5EF4-FFF2-40B4-BE49-F238E27FC236}">
                <a16:creationId xmlns:a16="http://schemas.microsoft.com/office/drawing/2014/main" id="{F3315ADE-16E8-091A-1BE1-CE1257C6D330}"/>
              </a:ext>
            </a:extLst>
          </p:cNvPr>
          <p:cNvSpPr>
            <a:spLocks noGrp="1"/>
          </p:cNvSpPr>
          <p:nvPr>
            <p:ph type="body" sz="quarter" idx="15" hasCustomPrompt="1"/>
          </p:nvPr>
        </p:nvSpPr>
        <p:spPr>
          <a:xfrm>
            <a:off x="814282" y="1736725"/>
            <a:ext cx="540000" cy="3125834"/>
          </a:xfrm>
          <a:prstGeom prst="rect">
            <a:avLst/>
          </a:prstGeom>
        </p:spPr>
        <p:txBody>
          <a:bodyPr lIns="0" tIns="0" rIns="0" bIns="0">
            <a:noAutofit/>
          </a:bodyPr>
          <a:lstStyle>
            <a:lvl1pPr marL="0" indent="0" defTabSz="479968">
              <a:buNone/>
              <a:defRPr sz="2400" b="1" i="0">
                <a:solidFill>
                  <a:schemeClr val="tx1"/>
                </a:solidFill>
                <a:latin typeface="Yu Gothic" panose="020B0400000000000000" pitchFamily="34" charset="-128"/>
                <a:ea typeface="Yu Gothic" panose="020B0400000000000000" pitchFamily="34" charset="-128"/>
              </a:defRPr>
            </a:lvl1pPr>
          </a:lstStyle>
          <a:p>
            <a:pPr lvl="0"/>
            <a:r>
              <a:rPr kumimoji="1" lang="en-US" altLang="ja-JP" dirty="0"/>
              <a:t>00</a:t>
            </a:r>
          </a:p>
          <a:p>
            <a:pPr lvl="0"/>
            <a:r>
              <a:rPr kumimoji="1" lang="en-US" altLang="ja-JP" dirty="0"/>
              <a:t>00</a:t>
            </a:r>
          </a:p>
          <a:p>
            <a:pPr lvl="0"/>
            <a:r>
              <a:rPr kumimoji="1" lang="en-US" altLang="ja-JP" dirty="0"/>
              <a:t>00</a:t>
            </a:r>
          </a:p>
          <a:p>
            <a:pPr lvl="0"/>
            <a:r>
              <a:rPr kumimoji="1" lang="en-US" altLang="ja-JP" dirty="0"/>
              <a:t>00</a:t>
            </a:r>
          </a:p>
          <a:p>
            <a:pPr lvl="0"/>
            <a:r>
              <a:rPr kumimoji="1" lang="en-US" altLang="ja-JP" dirty="0"/>
              <a:t>00</a:t>
            </a:r>
          </a:p>
          <a:p>
            <a:pPr lvl="0"/>
            <a:r>
              <a:rPr kumimoji="1" lang="en-US" altLang="ja-JP" dirty="0"/>
              <a:t>00</a:t>
            </a:r>
          </a:p>
        </p:txBody>
      </p:sp>
      <p:sp>
        <p:nvSpPr>
          <p:cNvPr id="3" name="テキスト プレースホルダー 12">
            <a:extLst>
              <a:ext uri="{FF2B5EF4-FFF2-40B4-BE49-F238E27FC236}">
                <a16:creationId xmlns:a16="http://schemas.microsoft.com/office/drawing/2014/main" id="{A111D72C-386D-D961-0695-CC2D826257FF}"/>
              </a:ext>
            </a:extLst>
          </p:cNvPr>
          <p:cNvSpPr>
            <a:spLocks noGrp="1"/>
          </p:cNvSpPr>
          <p:nvPr>
            <p:ph type="body" sz="quarter" idx="17"/>
          </p:nvPr>
        </p:nvSpPr>
        <p:spPr>
          <a:xfrm>
            <a:off x="1396791" y="1736725"/>
            <a:ext cx="7012467" cy="3125834"/>
          </a:xfrm>
          <a:prstGeom prst="rect">
            <a:avLst/>
          </a:prstGeom>
        </p:spPr>
        <p:txBody>
          <a:bodyPr lIns="0" tIns="0" rIns="0" bIns="0">
            <a:noAutofit/>
          </a:bodyPr>
          <a:lstStyle>
            <a:lvl1pPr marL="0" indent="0" defTabSz="479968">
              <a:buNone/>
              <a:defRPr sz="2400" b="0" i="0">
                <a:solidFill>
                  <a:schemeClr val="tx1"/>
                </a:solidFill>
                <a:latin typeface="Yu Gothic Medium" panose="020B0400000000000000" pitchFamily="34" charset="-128"/>
                <a:ea typeface="Yu Gothic Medium" panose="020B0400000000000000" pitchFamily="34" charset="-128"/>
              </a:defRPr>
            </a:lvl1pPr>
          </a:lstStyle>
          <a:p>
            <a:pPr lvl="0"/>
            <a:r>
              <a:rPr kumimoji="1" lang="ja-JP" altLang="en-US"/>
              <a:t>マスター テキストの書式設定</a:t>
            </a:r>
            <a:endParaRPr kumimoji="1" lang="en-US" altLang="ja-JP" dirty="0"/>
          </a:p>
          <a:p>
            <a:pPr lvl="0"/>
            <a:r>
              <a:rPr kumimoji="1" lang="ja-JP" altLang="en-US"/>
              <a:t>マスター テキストの書式設定</a:t>
            </a:r>
            <a:endParaRPr kumimoji="1" lang="en-US" altLang="ja-JP" dirty="0"/>
          </a:p>
          <a:p>
            <a:pPr lvl="0"/>
            <a:r>
              <a:rPr kumimoji="1" lang="ja-JP" altLang="en-US"/>
              <a:t>マスター テキストの書式設定</a:t>
            </a:r>
            <a:endParaRPr kumimoji="1" lang="en-US" altLang="ja-JP" dirty="0"/>
          </a:p>
          <a:p>
            <a:pPr lvl="0"/>
            <a:r>
              <a:rPr kumimoji="1" lang="ja-JP" altLang="en-US"/>
              <a:t>マスター テキストの書式設定</a:t>
            </a:r>
            <a:endParaRPr kumimoji="1" lang="en-US" altLang="ja-JP" dirty="0"/>
          </a:p>
          <a:p>
            <a:pPr lvl="0"/>
            <a:r>
              <a:rPr kumimoji="1" lang="ja-JP" altLang="en-US"/>
              <a:t>マスター テキストの書式設定</a:t>
            </a:r>
            <a:endParaRPr kumimoji="1" lang="en-US" altLang="ja-JP" dirty="0"/>
          </a:p>
          <a:p>
            <a:pPr lvl="0"/>
            <a:r>
              <a:rPr kumimoji="1" lang="ja-JP" altLang="en-US"/>
              <a:t>マスター テキストの書式設定</a:t>
            </a:r>
            <a:endParaRPr kumimoji="1" lang="en-US" altLang="ja-JP" dirty="0"/>
          </a:p>
        </p:txBody>
      </p:sp>
      <p:sp>
        <p:nvSpPr>
          <p:cNvPr id="6" name="テキスト プレースホルダー 12">
            <a:extLst>
              <a:ext uri="{FF2B5EF4-FFF2-40B4-BE49-F238E27FC236}">
                <a16:creationId xmlns:a16="http://schemas.microsoft.com/office/drawing/2014/main" id="{A1D38A7B-5C59-9300-89B5-DAB0E353AC84}"/>
              </a:ext>
            </a:extLst>
          </p:cNvPr>
          <p:cNvSpPr>
            <a:spLocks noGrp="1"/>
          </p:cNvSpPr>
          <p:nvPr>
            <p:ph type="body" sz="quarter" idx="18" hasCustomPrompt="1"/>
          </p:nvPr>
        </p:nvSpPr>
        <p:spPr>
          <a:xfrm>
            <a:off x="397517" y="345421"/>
            <a:ext cx="9058403" cy="432000"/>
          </a:xfrm>
          <a:prstGeom prst="rect">
            <a:avLst/>
          </a:prstGeom>
        </p:spPr>
        <p:txBody>
          <a:bodyPr lIns="0" tIns="0" rIns="0" bIns="0">
            <a:noAutofit/>
          </a:bodyPr>
          <a:lstStyle>
            <a:lvl1pPr marL="0" indent="0">
              <a:buNone/>
              <a:defRPr sz="2800" b="1" i="0">
                <a:solidFill>
                  <a:schemeClr val="tx1"/>
                </a:solidFill>
                <a:latin typeface="Yu Gothic" panose="020B0400000000000000" pitchFamily="34" charset="-128"/>
                <a:ea typeface="Yu Gothic" panose="020B0400000000000000" pitchFamily="34" charset="-128"/>
              </a:defRPr>
            </a:lvl1pPr>
          </a:lstStyle>
          <a:p>
            <a:pPr lvl="0"/>
            <a:r>
              <a:rPr kumimoji="1" lang="ja-JP" altLang="en-US"/>
              <a:t>目次</a:t>
            </a:r>
          </a:p>
        </p:txBody>
      </p:sp>
    </p:spTree>
    <p:extLst>
      <p:ext uri="{BB962C8B-B14F-4D97-AF65-F5344CB8AC3E}">
        <p14:creationId xmlns:p14="http://schemas.microsoft.com/office/powerpoint/2010/main" val="1631182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タイトルページ（White）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Date Placeholder 3">
            <a:extLst>
              <a:ext uri="{FF2B5EF4-FFF2-40B4-BE49-F238E27FC236}">
                <a16:creationId xmlns:a16="http://schemas.microsoft.com/office/drawing/2014/main" id="{00911B44-43E5-C652-2977-C75C89E671A2}"/>
              </a:ext>
            </a:extLst>
          </p:cNvPr>
          <p:cNvSpPr txBox="1">
            <a:spLocks/>
          </p:cNvSpPr>
          <p:nvPr userDrawn="1"/>
        </p:nvSpPr>
        <p:spPr>
          <a:xfrm>
            <a:off x="325402" y="6394865"/>
            <a:ext cx="2743200" cy="331932"/>
          </a:xfrm>
          <a:prstGeom prst="rect">
            <a:avLst/>
          </a:prstGeom>
        </p:spPr>
        <p:txBody>
          <a:bodyPr/>
          <a:lstStyle>
            <a:defPPr>
              <a:defRPr lang="en-US"/>
            </a:defPPr>
            <a:lvl1pPr marL="0" algn="l" defTabSz="304670" rtl="0" eaLnBrk="1" latinLnBrk="0" hangingPunct="1">
              <a:defRPr sz="20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pPr algn="l"/>
            <a:r>
              <a:rPr kumimoji="1" lang="en" altLang="ja-JP" sz="700" dirty="0">
                <a:solidFill>
                  <a:schemeClr val="tx1"/>
                </a:solidFill>
              </a:rPr>
              <a:t>ⓒ ITOCHU Techno-Solutions Corporation</a:t>
            </a:r>
            <a:endParaRPr kumimoji="1" lang="ja-JP" altLang="en-US" sz="700">
              <a:solidFill>
                <a:schemeClr val="tx1"/>
              </a:solidFill>
            </a:endParaRPr>
          </a:p>
        </p:txBody>
      </p:sp>
      <p:sp>
        <p:nvSpPr>
          <p:cNvPr id="11" name="Slide Number Placeholder 5">
            <a:extLst>
              <a:ext uri="{FF2B5EF4-FFF2-40B4-BE49-F238E27FC236}">
                <a16:creationId xmlns:a16="http://schemas.microsoft.com/office/drawing/2014/main" id="{01FA6925-A068-A444-1957-B0B944CDD944}"/>
              </a:ext>
            </a:extLst>
          </p:cNvPr>
          <p:cNvSpPr txBox="1">
            <a:spLocks/>
          </p:cNvSpPr>
          <p:nvPr userDrawn="1"/>
        </p:nvSpPr>
        <p:spPr>
          <a:xfrm>
            <a:off x="9133618" y="6326799"/>
            <a:ext cx="2743200" cy="299462"/>
          </a:xfrm>
          <a:prstGeom prst="rect">
            <a:avLst/>
          </a:prstGeom>
        </p:spPr>
        <p:txBody>
          <a:bodyPr anchor="b"/>
          <a:lstStyle>
            <a:defPPr>
              <a:defRPr lang="en-US"/>
            </a:defPPr>
            <a:lvl1pPr marL="0" algn="r" defTabSz="304670" rtl="0" eaLnBrk="1" latinLnBrk="0" hangingPunct="1">
              <a:defRPr sz="16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fld id="{F61D7DA0-AA9A-8342-BE3E-6EB34F8DE2BC}" type="slidenum">
              <a:rPr kumimoji="1" lang="ja-JP" altLang="en-US" sz="1600" smtClean="0">
                <a:solidFill>
                  <a:schemeClr val="tx1"/>
                </a:solidFill>
              </a:rPr>
              <a:pPr/>
              <a:t>‹#›</a:t>
            </a:fld>
            <a:endParaRPr kumimoji="1" lang="ja-JP" altLang="en-US" sz="1600">
              <a:solidFill>
                <a:schemeClr val="tx1"/>
              </a:solidFill>
            </a:endParaRPr>
          </a:p>
        </p:txBody>
      </p:sp>
      <p:sp>
        <p:nvSpPr>
          <p:cNvPr id="2" name="Title 1">
            <a:extLst>
              <a:ext uri="{FF2B5EF4-FFF2-40B4-BE49-F238E27FC236}">
                <a16:creationId xmlns:a16="http://schemas.microsoft.com/office/drawing/2014/main" id="{736F0C50-C194-741F-5AEB-FAA6A9B44669}"/>
              </a:ext>
            </a:extLst>
          </p:cNvPr>
          <p:cNvSpPr>
            <a:spLocks noGrp="1"/>
          </p:cNvSpPr>
          <p:nvPr>
            <p:ph type="ctrTitle"/>
          </p:nvPr>
        </p:nvSpPr>
        <p:spPr>
          <a:xfrm>
            <a:off x="814282" y="1921292"/>
            <a:ext cx="10563436" cy="1371445"/>
          </a:xfrm>
          <a:prstGeom prst="rect">
            <a:avLst/>
          </a:prstGeom>
        </p:spPr>
        <p:txBody>
          <a:bodyPr lIns="0" tIns="0" rIns="0" bIns="0" anchor="b">
            <a:normAutofit/>
          </a:bodyPr>
          <a:lstStyle>
            <a:lvl1pPr algn="l">
              <a:defRPr sz="3000" b="1" i="0">
                <a:solidFill>
                  <a:schemeClr val="tx1"/>
                </a:solidFill>
                <a:latin typeface="Yu Gothic" panose="020B0400000000000000" pitchFamily="34" charset="-128"/>
                <a:ea typeface="Yu Gothic" panose="020B0400000000000000" pitchFamily="34" charset="-128"/>
              </a:defRPr>
            </a:lvl1pPr>
          </a:lstStyle>
          <a:p>
            <a:r>
              <a:rPr lang="ja-JP" altLang="en-US"/>
              <a:t>マスター タイトルの書式設定</a:t>
            </a:r>
            <a:endParaRPr lang="en-US" dirty="0"/>
          </a:p>
        </p:txBody>
      </p:sp>
      <p:sp>
        <p:nvSpPr>
          <p:cNvPr id="3" name="テキスト プレースホルダー 12">
            <a:extLst>
              <a:ext uri="{FF2B5EF4-FFF2-40B4-BE49-F238E27FC236}">
                <a16:creationId xmlns:a16="http://schemas.microsoft.com/office/drawing/2014/main" id="{C8443232-A4D7-0B6A-2119-B6107EBFC188}"/>
              </a:ext>
            </a:extLst>
          </p:cNvPr>
          <p:cNvSpPr>
            <a:spLocks noGrp="1"/>
          </p:cNvSpPr>
          <p:nvPr>
            <p:ph type="body" sz="quarter" idx="15"/>
          </p:nvPr>
        </p:nvSpPr>
        <p:spPr>
          <a:xfrm>
            <a:off x="814282" y="3471448"/>
            <a:ext cx="10563436" cy="1481924"/>
          </a:xfrm>
          <a:prstGeom prst="rect">
            <a:avLst/>
          </a:prstGeom>
        </p:spPr>
        <p:txBody>
          <a:bodyPr lIns="0" tIns="0" rIns="0" bIns="0">
            <a:noAutofit/>
          </a:bodyPr>
          <a:lstStyle>
            <a:lvl1pPr marL="0" indent="0">
              <a:buNone/>
              <a:defRPr sz="2400">
                <a:solidFill>
                  <a:schemeClr val="tx1"/>
                </a:solidFill>
              </a:defRPr>
            </a:lvl1pPr>
          </a:lstStyle>
          <a:p>
            <a:pPr lvl="0"/>
            <a:r>
              <a:rPr kumimoji="1" lang="ja-JP" altLang="en-US"/>
              <a:t>マスター テキストの書式設定</a:t>
            </a:r>
          </a:p>
        </p:txBody>
      </p:sp>
    </p:spTree>
    <p:extLst>
      <p:ext uri="{BB962C8B-B14F-4D97-AF65-F5344CB8AC3E}">
        <p14:creationId xmlns:p14="http://schemas.microsoft.com/office/powerpoint/2010/main" val="39047093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タイトルページ（White）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図プレースホルダー 16">
            <a:extLst>
              <a:ext uri="{FF2B5EF4-FFF2-40B4-BE49-F238E27FC236}">
                <a16:creationId xmlns:a16="http://schemas.microsoft.com/office/drawing/2014/main" id="{F9669A6D-24F7-0898-9428-10CF35CA6021}"/>
              </a:ext>
            </a:extLst>
          </p:cNvPr>
          <p:cNvSpPr>
            <a:spLocks noGrp="1"/>
          </p:cNvSpPr>
          <p:nvPr>
            <p:ph type="pic" sz="quarter" idx="10"/>
          </p:nvPr>
        </p:nvSpPr>
        <p:spPr>
          <a:xfrm>
            <a:off x="1" y="0"/>
            <a:ext cx="6095206" cy="6858000"/>
          </a:xfrm>
          <a:prstGeom prst="rect">
            <a:avLst/>
          </a:prstGeom>
          <a:solidFill>
            <a:schemeClr val="bg2"/>
          </a:solidFill>
        </p:spPr>
        <p:txBody>
          <a:bodyPr/>
          <a:lstStyle>
            <a:lvl1pPr marL="0" indent="0" algn="ctr">
              <a:lnSpc>
                <a:spcPct val="100000"/>
              </a:lnSpc>
              <a:buNone/>
              <a:defRPr sz="1800">
                <a:solidFill>
                  <a:schemeClr val="accent6"/>
                </a:solidFill>
              </a:defRPr>
            </a:lvl1pPr>
          </a:lstStyle>
          <a:p>
            <a:endParaRPr kumimoji="1" lang="en-US" altLang="ja-JP" dirty="0"/>
          </a:p>
          <a:p>
            <a:r>
              <a:rPr kumimoji="1" lang="ja-JP" altLang="en-US"/>
              <a:t>下のテキストを一時的に移動し、</a:t>
            </a:r>
            <a:br>
              <a:rPr kumimoji="1" lang="en-US" altLang="ja-JP" dirty="0"/>
            </a:br>
            <a:r>
              <a:rPr kumimoji="1" lang="ja-JP" altLang="en-US"/>
              <a:t>アイコンをクリックして画像を入れてください。</a:t>
            </a:r>
          </a:p>
        </p:txBody>
      </p:sp>
      <p:sp>
        <p:nvSpPr>
          <p:cNvPr id="7" name="Title 1">
            <a:extLst>
              <a:ext uri="{FF2B5EF4-FFF2-40B4-BE49-F238E27FC236}">
                <a16:creationId xmlns:a16="http://schemas.microsoft.com/office/drawing/2014/main" id="{C41EBA29-F467-1895-792F-78B6D0DE09A6}"/>
              </a:ext>
            </a:extLst>
          </p:cNvPr>
          <p:cNvSpPr>
            <a:spLocks noGrp="1"/>
          </p:cNvSpPr>
          <p:nvPr>
            <p:ph type="ctrTitle" hasCustomPrompt="1"/>
          </p:nvPr>
        </p:nvSpPr>
        <p:spPr>
          <a:xfrm>
            <a:off x="814282" y="1736725"/>
            <a:ext cx="4671404" cy="3328761"/>
          </a:xfrm>
          <a:prstGeom prst="rect">
            <a:avLst/>
          </a:prstGeom>
        </p:spPr>
        <p:txBody>
          <a:bodyPr lIns="0" tIns="0" rIns="0" bIns="0" anchor="ctr">
            <a:noAutofit/>
          </a:bodyPr>
          <a:lstStyle>
            <a:lvl1pPr algn="ctr">
              <a:defRPr sz="6000" b="1" i="0">
                <a:solidFill>
                  <a:schemeClr val="bg1"/>
                </a:solidFill>
                <a:latin typeface="Yu Gothic" panose="020B0400000000000000" pitchFamily="34" charset="-128"/>
                <a:ea typeface="Yu Gothic" panose="020B0400000000000000" pitchFamily="34" charset="-128"/>
              </a:defRPr>
            </a:lvl1pPr>
          </a:lstStyle>
          <a:p>
            <a:r>
              <a:rPr lang="en-US" dirty="0"/>
              <a:t>Master Title</a:t>
            </a:r>
          </a:p>
        </p:txBody>
      </p:sp>
      <p:sp>
        <p:nvSpPr>
          <p:cNvPr id="10" name="Slide Number Placeholder 5">
            <a:extLst>
              <a:ext uri="{FF2B5EF4-FFF2-40B4-BE49-F238E27FC236}">
                <a16:creationId xmlns:a16="http://schemas.microsoft.com/office/drawing/2014/main" id="{DDADFA01-50B5-CA73-2D54-A3F57361F009}"/>
              </a:ext>
            </a:extLst>
          </p:cNvPr>
          <p:cNvSpPr txBox="1">
            <a:spLocks/>
          </p:cNvSpPr>
          <p:nvPr userDrawn="1"/>
        </p:nvSpPr>
        <p:spPr>
          <a:xfrm>
            <a:off x="9133618" y="6326799"/>
            <a:ext cx="2743200" cy="299462"/>
          </a:xfrm>
          <a:prstGeom prst="rect">
            <a:avLst/>
          </a:prstGeom>
        </p:spPr>
        <p:txBody>
          <a:bodyPr anchor="b"/>
          <a:lstStyle>
            <a:defPPr>
              <a:defRPr lang="en-US"/>
            </a:defPPr>
            <a:lvl1pPr marL="0" algn="r" defTabSz="304670" rtl="0" eaLnBrk="1" latinLnBrk="0" hangingPunct="1">
              <a:defRPr sz="16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fld id="{F61D7DA0-AA9A-8342-BE3E-6EB34F8DE2BC}" type="slidenum">
              <a:rPr kumimoji="1" lang="ja-JP" altLang="en-US" sz="1600" smtClean="0">
                <a:solidFill>
                  <a:schemeClr val="tx1"/>
                </a:solidFill>
              </a:rPr>
              <a:pPr/>
              <a:t>‹#›</a:t>
            </a:fld>
            <a:endParaRPr kumimoji="1" lang="ja-JP" altLang="en-US" sz="1600">
              <a:solidFill>
                <a:schemeClr val="tx1"/>
              </a:solidFill>
            </a:endParaRPr>
          </a:p>
        </p:txBody>
      </p:sp>
      <p:sp>
        <p:nvSpPr>
          <p:cNvPr id="13" name="テキスト プレースホルダー 12">
            <a:extLst>
              <a:ext uri="{FF2B5EF4-FFF2-40B4-BE49-F238E27FC236}">
                <a16:creationId xmlns:a16="http://schemas.microsoft.com/office/drawing/2014/main" id="{BCF68C87-E064-78D4-37D9-F2C0746B512D}"/>
              </a:ext>
            </a:extLst>
          </p:cNvPr>
          <p:cNvSpPr>
            <a:spLocks noGrp="1"/>
          </p:cNvSpPr>
          <p:nvPr>
            <p:ph type="body" sz="quarter" idx="15"/>
          </p:nvPr>
        </p:nvSpPr>
        <p:spPr>
          <a:xfrm>
            <a:off x="6686031" y="1736725"/>
            <a:ext cx="4691688" cy="3356988"/>
          </a:xfrm>
          <a:prstGeom prst="rect">
            <a:avLst/>
          </a:prstGeom>
        </p:spPr>
        <p:txBody>
          <a:bodyPr lIns="0" tIns="0" rIns="0" bIns="0" anchor="ctr">
            <a:noAutofit/>
          </a:bodyPr>
          <a:lstStyle>
            <a:lvl1pPr marL="0" indent="0" algn="ctr">
              <a:buNone/>
              <a:defRPr sz="2400">
                <a:solidFill>
                  <a:schemeClr val="tx1"/>
                </a:solidFill>
              </a:defRPr>
            </a:lvl1pPr>
          </a:lstStyle>
          <a:p>
            <a:pPr lvl="0"/>
            <a:r>
              <a:rPr kumimoji="1" lang="ja-JP" altLang="en-US"/>
              <a:t>マスター テキストの書式設定</a:t>
            </a:r>
          </a:p>
        </p:txBody>
      </p:sp>
      <p:sp>
        <p:nvSpPr>
          <p:cNvPr id="6" name="Date Placeholder 3">
            <a:extLst>
              <a:ext uri="{FF2B5EF4-FFF2-40B4-BE49-F238E27FC236}">
                <a16:creationId xmlns:a16="http://schemas.microsoft.com/office/drawing/2014/main" id="{E86FC79C-C2A9-1FCA-02FF-6BD2BDEF0CF2}"/>
              </a:ext>
            </a:extLst>
          </p:cNvPr>
          <p:cNvSpPr txBox="1">
            <a:spLocks/>
          </p:cNvSpPr>
          <p:nvPr userDrawn="1"/>
        </p:nvSpPr>
        <p:spPr>
          <a:xfrm>
            <a:off x="325402" y="6394865"/>
            <a:ext cx="2743200" cy="331932"/>
          </a:xfrm>
          <a:prstGeom prst="rect">
            <a:avLst/>
          </a:prstGeom>
        </p:spPr>
        <p:txBody>
          <a:bodyPr/>
          <a:lstStyle>
            <a:defPPr>
              <a:defRPr lang="en-US"/>
            </a:defPPr>
            <a:lvl1pPr marL="0" algn="l" defTabSz="304670" rtl="0" eaLnBrk="1" latinLnBrk="0" hangingPunct="1">
              <a:defRPr sz="20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pPr algn="l"/>
            <a:r>
              <a:rPr kumimoji="1" lang="en" altLang="ja-JP" sz="700" dirty="0">
                <a:solidFill>
                  <a:schemeClr val="tx1"/>
                </a:solidFill>
              </a:rPr>
              <a:t>ⓒ ITOCHU Techno-Solutions Corporation</a:t>
            </a:r>
            <a:endParaRPr kumimoji="1" lang="ja-JP" altLang="en-US" sz="700">
              <a:solidFill>
                <a:schemeClr val="tx1"/>
              </a:solidFill>
            </a:endParaRPr>
          </a:p>
        </p:txBody>
      </p:sp>
    </p:spTree>
    <p:extLst>
      <p:ext uri="{BB962C8B-B14F-4D97-AF65-F5344CB8AC3E}">
        <p14:creationId xmlns:p14="http://schemas.microsoft.com/office/powerpoint/2010/main" val="856456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本文ページ（White）_1">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4817DC41-1215-A6C0-4C88-636C2EFE7AD2}"/>
              </a:ext>
            </a:extLst>
          </p:cNvPr>
          <p:cNvSpPr txBox="1">
            <a:spLocks/>
          </p:cNvSpPr>
          <p:nvPr userDrawn="1"/>
        </p:nvSpPr>
        <p:spPr>
          <a:xfrm>
            <a:off x="325402" y="6394865"/>
            <a:ext cx="2743200" cy="331932"/>
          </a:xfrm>
          <a:prstGeom prst="rect">
            <a:avLst/>
          </a:prstGeom>
        </p:spPr>
        <p:txBody>
          <a:bodyPr/>
          <a:lstStyle>
            <a:defPPr>
              <a:defRPr lang="en-US"/>
            </a:defPPr>
            <a:lvl1pPr marL="0" algn="l" defTabSz="304670" rtl="0" eaLnBrk="1" latinLnBrk="0" hangingPunct="1">
              <a:defRPr sz="20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pPr algn="l"/>
            <a:r>
              <a:rPr kumimoji="1" lang="en" altLang="ja-JP" sz="700" dirty="0">
                <a:solidFill>
                  <a:schemeClr val="tx1"/>
                </a:solidFill>
              </a:rPr>
              <a:t>ⓒ ITOCHU Techno-Solutions Corporation</a:t>
            </a:r>
            <a:endParaRPr kumimoji="1" lang="ja-JP" altLang="en-US" sz="700">
              <a:solidFill>
                <a:schemeClr val="tx1"/>
              </a:solidFill>
            </a:endParaRPr>
          </a:p>
        </p:txBody>
      </p:sp>
      <p:sp>
        <p:nvSpPr>
          <p:cNvPr id="9" name="Slide Number Placeholder 5">
            <a:extLst>
              <a:ext uri="{FF2B5EF4-FFF2-40B4-BE49-F238E27FC236}">
                <a16:creationId xmlns:a16="http://schemas.microsoft.com/office/drawing/2014/main" id="{023D640A-F364-BA6E-7B4B-222DF43A1541}"/>
              </a:ext>
            </a:extLst>
          </p:cNvPr>
          <p:cNvSpPr txBox="1">
            <a:spLocks/>
          </p:cNvSpPr>
          <p:nvPr userDrawn="1"/>
        </p:nvSpPr>
        <p:spPr>
          <a:xfrm>
            <a:off x="9133618" y="6326799"/>
            <a:ext cx="2743200" cy="299462"/>
          </a:xfrm>
          <a:prstGeom prst="rect">
            <a:avLst/>
          </a:prstGeom>
        </p:spPr>
        <p:txBody>
          <a:bodyPr anchor="b"/>
          <a:lstStyle>
            <a:defPPr>
              <a:defRPr lang="en-US"/>
            </a:defPPr>
            <a:lvl1pPr marL="0" algn="r" defTabSz="304670" rtl="0" eaLnBrk="1" latinLnBrk="0" hangingPunct="1">
              <a:defRPr sz="16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fld id="{F61D7DA0-AA9A-8342-BE3E-6EB34F8DE2BC}" type="slidenum">
              <a:rPr kumimoji="1" lang="ja-JP" altLang="en-US" sz="1600" smtClean="0">
                <a:solidFill>
                  <a:schemeClr val="tx1"/>
                </a:solidFill>
              </a:rPr>
              <a:pPr/>
              <a:t>‹#›</a:t>
            </a:fld>
            <a:endParaRPr kumimoji="1" lang="ja-JP" altLang="en-US" sz="1600">
              <a:solidFill>
                <a:schemeClr val="tx1"/>
              </a:solidFill>
            </a:endParaRPr>
          </a:p>
        </p:txBody>
      </p:sp>
      <p:sp>
        <p:nvSpPr>
          <p:cNvPr id="3" name="テキスト プレースホルダー 12">
            <a:extLst>
              <a:ext uri="{FF2B5EF4-FFF2-40B4-BE49-F238E27FC236}">
                <a16:creationId xmlns:a16="http://schemas.microsoft.com/office/drawing/2014/main" id="{F295DF3E-40BF-7535-7BDE-41DFEAEE85B4}"/>
              </a:ext>
            </a:extLst>
          </p:cNvPr>
          <p:cNvSpPr>
            <a:spLocks noGrp="1"/>
          </p:cNvSpPr>
          <p:nvPr>
            <p:ph type="body" sz="quarter" idx="16" hasCustomPrompt="1"/>
          </p:nvPr>
        </p:nvSpPr>
        <p:spPr>
          <a:xfrm>
            <a:off x="398026" y="347571"/>
            <a:ext cx="8640000" cy="432000"/>
          </a:xfrm>
          <a:prstGeom prst="rect">
            <a:avLst/>
          </a:prstGeom>
        </p:spPr>
        <p:txBody>
          <a:bodyPr lIns="0" tIns="0" rIns="0">
            <a:noAutofit/>
          </a:bodyPr>
          <a:lstStyle>
            <a:lvl1pPr marL="0" indent="0">
              <a:buNone/>
              <a:defRPr sz="2800" b="1" i="0">
                <a:solidFill>
                  <a:schemeClr val="tx1"/>
                </a:solidFill>
                <a:latin typeface="Yu Gothic" panose="020B0400000000000000" pitchFamily="34" charset="-128"/>
                <a:ea typeface="Yu Gothic" panose="020B0400000000000000" pitchFamily="34" charset="-128"/>
              </a:defRPr>
            </a:lvl1pPr>
          </a:lstStyle>
          <a:p>
            <a:pPr lvl="0"/>
            <a:r>
              <a:rPr kumimoji="1" lang="ja-JP" altLang="en-US"/>
              <a:t>タイトルの書式設定</a:t>
            </a:r>
          </a:p>
        </p:txBody>
      </p:sp>
      <p:sp>
        <p:nvSpPr>
          <p:cNvPr id="5" name="テキスト プレースホルダー 12">
            <a:extLst>
              <a:ext uri="{FF2B5EF4-FFF2-40B4-BE49-F238E27FC236}">
                <a16:creationId xmlns:a16="http://schemas.microsoft.com/office/drawing/2014/main" id="{D2BF2330-A7EB-FA53-0870-3EF26ACA6F67}"/>
              </a:ext>
            </a:extLst>
          </p:cNvPr>
          <p:cNvSpPr>
            <a:spLocks noGrp="1"/>
          </p:cNvSpPr>
          <p:nvPr>
            <p:ph type="body" sz="quarter" idx="15" hasCustomPrompt="1"/>
          </p:nvPr>
        </p:nvSpPr>
        <p:spPr>
          <a:xfrm>
            <a:off x="814918" y="1268414"/>
            <a:ext cx="10562800" cy="4944102"/>
          </a:xfrm>
          <a:prstGeom prst="rect">
            <a:avLst/>
          </a:prstGeom>
        </p:spPr>
        <p:txBody>
          <a:bodyPr lIns="0" tIns="0" rIns="0" bIns="0">
            <a:noAutofit/>
          </a:bodyPr>
          <a:lstStyle>
            <a:lvl1pPr marL="342900" indent="-342900" defTabSz="479968">
              <a:buFont typeface="Arial" panose="020B0604020202020204" pitchFamily="34" charset="0"/>
              <a:buChar char="•"/>
              <a:defRPr sz="2800" b="0" i="0">
                <a:solidFill>
                  <a:schemeClr val="tx1"/>
                </a:solidFill>
                <a:latin typeface="Yu Gothic Medium" panose="020B0400000000000000" pitchFamily="34" charset="-128"/>
                <a:ea typeface="Yu Gothic Medium" panose="020B0400000000000000" pitchFamily="34" charset="-128"/>
              </a:defRPr>
            </a:lvl1pPr>
            <a:lvl2pPr>
              <a:defRPr b="0" i="0">
                <a:solidFill>
                  <a:schemeClr val="tx1"/>
                </a:solidFill>
                <a:latin typeface="Yu Gothic Medium" panose="020B0400000000000000" pitchFamily="34" charset="-128"/>
                <a:ea typeface="Yu Gothic Medium" panose="020B0400000000000000" pitchFamily="34" charset="-128"/>
              </a:defRPr>
            </a:lvl2pPr>
            <a:lvl3pPr>
              <a:defRPr b="0" i="0">
                <a:solidFill>
                  <a:schemeClr val="tx1"/>
                </a:solidFill>
                <a:latin typeface="Yu Gothic Medium" panose="020B0400000000000000" pitchFamily="34" charset="-128"/>
                <a:ea typeface="Yu Gothic Medium" panose="020B0400000000000000" pitchFamily="34" charset="-128"/>
              </a:defRPr>
            </a:lvl3pPr>
            <a:lvl4pPr>
              <a:defRPr b="0" i="0">
                <a:solidFill>
                  <a:schemeClr val="tx1"/>
                </a:solidFill>
                <a:latin typeface="Yu Gothic Medium" panose="020B0400000000000000" pitchFamily="34" charset="-128"/>
                <a:ea typeface="Yu Gothic Medium" panose="020B0400000000000000" pitchFamily="34" charset="-128"/>
              </a:defRPr>
            </a:lvl4pPr>
            <a:lvl5pPr>
              <a:defRPr b="0" i="0">
                <a:solidFill>
                  <a:schemeClr val="tx1"/>
                </a:solidFill>
                <a:latin typeface="Yu Gothic Medium" panose="020B0400000000000000" pitchFamily="34" charset="-128"/>
                <a:ea typeface="Yu Gothic Medium" panose="020B0400000000000000" pitchFamily="34" charset="-128"/>
              </a:defRPr>
            </a:lvl5pPr>
            <a:lvl6pPr>
              <a:defRPr b="0" i="0">
                <a:solidFill>
                  <a:schemeClr val="bg1"/>
                </a:solidFill>
                <a:latin typeface="Yu Gothic Medium" panose="020B0400000000000000" pitchFamily="34" charset="-128"/>
                <a:ea typeface="Yu Gothic Medium" panose="020B0400000000000000" pitchFamily="34" charset="-128"/>
              </a:defRPr>
            </a:lvl6pPr>
            <a:lvl7pPr>
              <a:defRPr b="0" i="0">
                <a:solidFill>
                  <a:schemeClr val="bg1"/>
                </a:solidFill>
              </a:defRPr>
            </a:lvl7pPr>
          </a:lstStyle>
          <a:p>
            <a:pPr lvl="0"/>
            <a:r>
              <a:rPr kumimoji="1" lang="ja-JP" altLang="en-US"/>
              <a:t>テキストの書式設定</a:t>
            </a:r>
            <a:endParaRPr kumimoji="1" lang="en-US" altLang="ja-JP" dirty="0"/>
          </a:p>
          <a:p>
            <a:pPr lvl="1"/>
            <a:r>
              <a:rPr kumimoji="1" lang="ja-JP" altLang="en-US"/>
              <a:t>テキスト</a:t>
            </a:r>
            <a:endParaRPr kumimoji="1" lang="en-US" altLang="ja-JP" dirty="0"/>
          </a:p>
          <a:p>
            <a:pPr lvl="2"/>
            <a:r>
              <a:rPr kumimoji="1" lang="ja-JP" altLang="en-US"/>
              <a:t>テキスト</a:t>
            </a:r>
            <a:endParaRPr kumimoji="1" lang="en-US" altLang="ja-JP" dirty="0"/>
          </a:p>
          <a:p>
            <a:pPr lvl="3"/>
            <a:r>
              <a:rPr kumimoji="1" lang="ja-JP" altLang="en-US"/>
              <a:t>テキスト</a:t>
            </a:r>
            <a:endParaRPr kumimoji="1" lang="en-US" altLang="ja-JP" dirty="0"/>
          </a:p>
          <a:p>
            <a:pPr lvl="4"/>
            <a:r>
              <a:rPr kumimoji="1" lang="ja-JP" altLang="en-US"/>
              <a:t>テキスト</a:t>
            </a:r>
            <a:endParaRPr kumimoji="1" lang="en-US" altLang="ja-JP" dirty="0"/>
          </a:p>
        </p:txBody>
      </p:sp>
    </p:spTree>
    <p:extLst>
      <p:ext uri="{BB962C8B-B14F-4D97-AF65-F5344CB8AC3E}">
        <p14:creationId xmlns:p14="http://schemas.microsoft.com/office/powerpoint/2010/main" val="1858401816"/>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本文ページ（White）_2">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4817DC41-1215-A6C0-4C88-636C2EFE7AD2}"/>
              </a:ext>
            </a:extLst>
          </p:cNvPr>
          <p:cNvSpPr txBox="1">
            <a:spLocks/>
          </p:cNvSpPr>
          <p:nvPr userDrawn="1"/>
        </p:nvSpPr>
        <p:spPr>
          <a:xfrm>
            <a:off x="325402" y="6394865"/>
            <a:ext cx="2743200" cy="331932"/>
          </a:xfrm>
          <a:prstGeom prst="rect">
            <a:avLst/>
          </a:prstGeom>
        </p:spPr>
        <p:txBody>
          <a:bodyPr/>
          <a:lstStyle>
            <a:defPPr>
              <a:defRPr lang="en-US"/>
            </a:defPPr>
            <a:lvl1pPr marL="0" algn="l" defTabSz="304670" rtl="0" eaLnBrk="1" latinLnBrk="0" hangingPunct="1">
              <a:defRPr sz="20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pPr algn="l"/>
            <a:r>
              <a:rPr kumimoji="1" lang="en" altLang="ja-JP" sz="700" dirty="0">
                <a:solidFill>
                  <a:schemeClr val="tx1"/>
                </a:solidFill>
              </a:rPr>
              <a:t>ⓒ ITOCHU Techno-Solutions Corporation</a:t>
            </a:r>
            <a:endParaRPr kumimoji="1" lang="ja-JP" altLang="en-US" sz="700">
              <a:solidFill>
                <a:schemeClr val="tx1"/>
              </a:solidFill>
            </a:endParaRPr>
          </a:p>
        </p:txBody>
      </p:sp>
      <p:sp>
        <p:nvSpPr>
          <p:cNvPr id="9" name="Slide Number Placeholder 5">
            <a:extLst>
              <a:ext uri="{FF2B5EF4-FFF2-40B4-BE49-F238E27FC236}">
                <a16:creationId xmlns:a16="http://schemas.microsoft.com/office/drawing/2014/main" id="{023D640A-F364-BA6E-7B4B-222DF43A1541}"/>
              </a:ext>
            </a:extLst>
          </p:cNvPr>
          <p:cNvSpPr txBox="1">
            <a:spLocks/>
          </p:cNvSpPr>
          <p:nvPr userDrawn="1"/>
        </p:nvSpPr>
        <p:spPr>
          <a:xfrm>
            <a:off x="9133618" y="6326799"/>
            <a:ext cx="2743200" cy="299462"/>
          </a:xfrm>
          <a:prstGeom prst="rect">
            <a:avLst/>
          </a:prstGeom>
        </p:spPr>
        <p:txBody>
          <a:bodyPr anchor="b"/>
          <a:lstStyle>
            <a:defPPr>
              <a:defRPr lang="en-US"/>
            </a:defPPr>
            <a:lvl1pPr marL="0" algn="r" defTabSz="304670" rtl="0" eaLnBrk="1" latinLnBrk="0" hangingPunct="1">
              <a:defRPr sz="16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fld id="{F61D7DA0-AA9A-8342-BE3E-6EB34F8DE2BC}" type="slidenum">
              <a:rPr kumimoji="1" lang="ja-JP" altLang="en-US" sz="1600" smtClean="0">
                <a:solidFill>
                  <a:schemeClr val="tx1"/>
                </a:solidFill>
              </a:rPr>
              <a:pPr/>
              <a:t>‹#›</a:t>
            </a:fld>
            <a:endParaRPr kumimoji="1" lang="ja-JP" altLang="en-US" sz="1600">
              <a:solidFill>
                <a:schemeClr val="tx1"/>
              </a:solidFill>
            </a:endParaRPr>
          </a:p>
        </p:txBody>
      </p:sp>
      <p:sp>
        <p:nvSpPr>
          <p:cNvPr id="3" name="テキスト プレースホルダー 12">
            <a:extLst>
              <a:ext uri="{FF2B5EF4-FFF2-40B4-BE49-F238E27FC236}">
                <a16:creationId xmlns:a16="http://schemas.microsoft.com/office/drawing/2014/main" id="{F295DF3E-40BF-7535-7BDE-41DFEAEE85B4}"/>
              </a:ext>
            </a:extLst>
          </p:cNvPr>
          <p:cNvSpPr>
            <a:spLocks noGrp="1"/>
          </p:cNvSpPr>
          <p:nvPr>
            <p:ph type="body" sz="quarter" idx="16" hasCustomPrompt="1"/>
          </p:nvPr>
        </p:nvSpPr>
        <p:spPr>
          <a:xfrm>
            <a:off x="398026" y="347571"/>
            <a:ext cx="8640000" cy="432000"/>
          </a:xfrm>
          <a:prstGeom prst="rect">
            <a:avLst/>
          </a:prstGeom>
        </p:spPr>
        <p:txBody>
          <a:bodyPr lIns="0" tIns="0" rIns="0">
            <a:noAutofit/>
          </a:bodyPr>
          <a:lstStyle>
            <a:lvl1pPr marL="0" indent="0">
              <a:buNone/>
              <a:defRPr sz="2800" b="1" i="0">
                <a:solidFill>
                  <a:schemeClr val="tx1"/>
                </a:solidFill>
                <a:latin typeface="Yu Gothic" panose="020B0400000000000000" pitchFamily="34" charset="-128"/>
                <a:ea typeface="Yu Gothic" panose="020B0400000000000000" pitchFamily="34" charset="-128"/>
              </a:defRPr>
            </a:lvl1pPr>
          </a:lstStyle>
          <a:p>
            <a:pPr lvl="0"/>
            <a:r>
              <a:rPr kumimoji="1" lang="ja-JP" altLang="en-US"/>
              <a:t>タイトルの書式設定</a:t>
            </a:r>
          </a:p>
        </p:txBody>
      </p:sp>
      <p:sp>
        <p:nvSpPr>
          <p:cNvPr id="7" name="テキスト プレースホルダー 12">
            <a:extLst>
              <a:ext uri="{FF2B5EF4-FFF2-40B4-BE49-F238E27FC236}">
                <a16:creationId xmlns:a16="http://schemas.microsoft.com/office/drawing/2014/main" id="{1A5E9BAF-AE8D-50F4-A800-803BF05BBE40}"/>
              </a:ext>
            </a:extLst>
          </p:cNvPr>
          <p:cNvSpPr>
            <a:spLocks noGrp="1"/>
          </p:cNvSpPr>
          <p:nvPr>
            <p:ph type="body" sz="quarter" idx="15" hasCustomPrompt="1"/>
          </p:nvPr>
        </p:nvSpPr>
        <p:spPr>
          <a:xfrm>
            <a:off x="814918" y="1268412"/>
            <a:ext cx="4949027" cy="4944104"/>
          </a:xfrm>
          <a:prstGeom prst="rect">
            <a:avLst/>
          </a:prstGeom>
        </p:spPr>
        <p:txBody>
          <a:bodyPr lIns="0" tIns="0" rIns="0" bIns="0">
            <a:noAutofit/>
          </a:bodyPr>
          <a:lstStyle>
            <a:lvl1pPr marL="342900" indent="-342900" defTabSz="479968">
              <a:buFont typeface="Arial" panose="020B0604020202020204" pitchFamily="34" charset="0"/>
              <a:buChar char="•"/>
              <a:defRPr sz="2800" b="0" i="0">
                <a:solidFill>
                  <a:schemeClr val="tx1"/>
                </a:solidFill>
                <a:latin typeface="Yu Gothic Medium" panose="020B0400000000000000" pitchFamily="34" charset="-128"/>
                <a:ea typeface="Yu Gothic Medium" panose="020B0400000000000000" pitchFamily="34" charset="-128"/>
              </a:defRPr>
            </a:lvl1pPr>
            <a:lvl2pPr>
              <a:defRPr b="0" i="0">
                <a:solidFill>
                  <a:schemeClr val="tx1"/>
                </a:solidFill>
                <a:latin typeface="Yu Gothic Medium" panose="020B0400000000000000" pitchFamily="34" charset="-128"/>
                <a:ea typeface="Yu Gothic Medium" panose="020B0400000000000000" pitchFamily="34" charset="-128"/>
              </a:defRPr>
            </a:lvl2pPr>
            <a:lvl3pPr>
              <a:defRPr b="0" i="0">
                <a:solidFill>
                  <a:schemeClr val="tx1"/>
                </a:solidFill>
                <a:latin typeface="Yu Gothic Medium" panose="020B0400000000000000" pitchFamily="34" charset="-128"/>
                <a:ea typeface="Yu Gothic Medium" panose="020B0400000000000000" pitchFamily="34" charset="-128"/>
              </a:defRPr>
            </a:lvl3pPr>
            <a:lvl4pPr>
              <a:defRPr b="0" i="0">
                <a:solidFill>
                  <a:schemeClr val="tx1"/>
                </a:solidFill>
                <a:latin typeface="Yu Gothic Medium" panose="020B0400000000000000" pitchFamily="34" charset="-128"/>
                <a:ea typeface="Yu Gothic Medium" panose="020B0400000000000000" pitchFamily="34" charset="-128"/>
              </a:defRPr>
            </a:lvl4pPr>
            <a:lvl5pPr>
              <a:defRPr b="0" i="0">
                <a:solidFill>
                  <a:schemeClr val="tx1"/>
                </a:solidFill>
                <a:latin typeface="Yu Gothic Medium" panose="020B0400000000000000" pitchFamily="34" charset="-128"/>
                <a:ea typeface="Yu Gothic Medium" panose="020B0400000000000000" pitchFamily="34" charset="-128"/>
              </a:defRPr>
            </a:lvl5pPr>
            <a:lvl6pPr>
              <a:defRPr b="0" i="0">
                <a:solidFill>
                  <a:schemeClr val="bg1"/>
                </a:solidFill>
                <a:latin typeface="Yu Gothic Medium" panose="020B0400000000000000" pitchFamily="34" charset="-128"/>
                <a:ea typeface="Yu Gothic Medium" panose="020B0400000000000000" pitchFamily="34" charset="-128"/>
              </a:defRPr>
            </a:lvl6pPr>
            <a:lvl7pPr>
              <a:defRPr b="0" i="0">
                <a:solidFill>
                  <a:schemeClr val="bg1"/>
                </a:solidFill>
                <a:latin typeface="Yu Gothic Medium" panose="020B0400000000000000" pitchFamily="34" charset="-128"/>
                <a:ea typeface="Yu Gothic Medium" panose="020B0400000000000000" pitchFamily="34" charset="-128"/>
              </a:defRPr>
            </a:lvl7pPr>
          </a:lstStyle>
          <a:p>
            <a:pPr lvl="0"/>
            <a:r>
              <a:rPr kumimoji="1" lang="ja-JP" altLang="en-US"/>
              <a:t>テキストの書式設定</a:t>
            </a:r>
            <a:endParaRPr kumimoji="1" lang="en-US" altLang="ja-JP" dirty="0"/>
          </a:p>
          <a:p>
            <a:pPr lvl="1"/>
            <a:r>
              <a:rPr kumimoji="1" lang="ja-JP" altLang="en-US"/>
              <a:t>テキスト</a:t>
            </a:r>
            <a:endParaRPr kumimoji="1" lang="en-US" altLang="ja-JP" dirty="0"/>
          </a:p>
          <a:p>
            <a:pPr lvl="2"/>
            <a:r>
              <a:rPr kumimoji="1" lang="ja-JP" altLang="en-US"/>
              <a:t>テキスト</a:t>
            </a:r>
            <a:endParaRPr kumimoji="1" lang="en-US" altLang="ja-JP" dirty="0"/>
          </a:p>
          <a:p>
            <a:pPr lvl="3"/>
            <a:r>
              <a:rPr kumimoji="1" lang="ja-JP" altLang="en-US"/>
              <a:t>テキスト</a:t>
            </a:r>
            <a:endParaRPr kumimoji="1" lang="en-US" altLang="ja-JP" dirty="0"/>
          </a:p>
          <a:p>
            <a:pPr lvl="4"/>
            <a:r>
              <a:rPr kumimoji="1" lang="ja-JP" altLang="en-US"/>
              <a:t>テキスト</a:t>
            </a:r>
            <a:endParaRPr kumimoji="1" lang="en-US" altLang="ja-JP" dirty="0"/>
          </a:p>
        </p:txBody>
      </p:sp>
      <p:sp>
        <p:nvSpPr>
          <p:cNvPr id="10" name="テキスト プレースホルダー 12">
            <a:extLst>
              <a:ext uri="{FF2B5EF4-FFF2-40B4-BE49-F238E27FC236}">
                <a16:creationId xmlns:a16="http://schemas.microsoft.com/office/drawing/2014/main" id="{E79741C9-F273-7126-0EB4-6C3C94900922}"/>
              </a:ext>
            </a:extLst>
          </p:cNvPr>
          <p:cNvSpPr>
            <a:spLocks noGrp="1"/>
          </p:cNvSpPr>
          <p:nvPr>
            <p:ph type="body" sz="quarter" idx="17" hasCustomPrompt="1"/>
          </p:nvPr>
        </p:nvSpPr>
        <p:spPr>
          <a:xfrm>
            <a:off x="6428691" y="1268414"/>
            <a:ext cx="4949027" cy="4944104"/>
          </a:xfrm>
          <a:prstGeom prst="rect">
            <a:avLst/>
          </a:prstGeom>
        </p:spPr>
        <p:txBody>
          <a:bodyPr lIns="0" tIns="0" rIns="0" bIns="0">
            <a:noAutofit/>
          </a:bodyPr>
          <a:lstStyle>
            <a:lvl1pPr marL="342900" indent="-342900" defTabSz="479968">
              <a:buFont typeface="Arial" panose="020B0604020202020204" pitchFamily="34" charset="0"/>
              <a:buChar char="•"/>
              <a:defRPr sz="2800" b="0" i="0">
                <a:solidFill>
                  <a:schemeClr val="tx1"/>
                </a:solidFill>
                <a:latin typeface="Yu Gothic Medium" panose="020B0400000000000000" pitchFamily="34" charset="-128"/>
                <a:ea typeface="Yu Gothic Medium" panose="020B0400000000000000" pitchFamily="34" charset="-128"/>
              </a:defRPr>
            </a:lvl1pPr>
            <a:lvl2pPr>
              <a:defRPr b="0" i="0">
                <a:solidFill>
                  <a:schemeClr val="tx1"/>
                </a:solidFill>
                <a:latin typeface="Yu Gothic Medium" panose="020B0400000000000000" pitchFamily="34" charset="-128"/>
                <a:ea typeface="Yu Gothic Medium" panose="020B0400000000000000" pitchFamily="34" charset="-128"/>
              </a:defRPr>
            </a:lvl2pPr>
            <a:lvl3pPr>
              <a:defRPr b="0" i="0">
                <a:solidFill>
                  <a:schemeClr val="tx1"/>
                </a:solidFill>
                <a:latin typeface="Yu Gothic Medium" panose="020B0400000000000000" pitchFamily="34" charset="-128"/>
                <a:ea typeface="Yu Gothic Medium" panose="020B0400000000000000" pitchFamily="34" charset="-128"/>
              </a:defRPr>
            </a:lvl3pPr>
            <a:lvl4pPr>
              <a:defRPr b="0" i="0">
                <a:solidFill>
                  <a:schemeClr val="tx1"/>
                </a:solidFill>
                <a:latin typeface="Yu Gothic Medium" panose="020B0400000000000000" pitchFamily="34" charset="-128"/>
                <a:ea typeface="Yu Gothic Medium" panose="020B0400000000000000" pitchFamily="34" charset="-128"/>
              </a:defRPr>
            </a:lvl4pPr>
            <a:lvl5pPr>
              <a:defRPr b="0" i="0">
                <a:solidFill>
                  <a:schemeClr val="tx1"/>
                </a:solidFill>
                <a:latin typeface="Yu Gothic Medium" panose="020B0400000000000000" pitchFamily="34" charset="-128"/>
                <a:ea typeface="Yu Gothic Medium" panose="020B0400000000000000" pitchFamily="34" charset="-128"/>
              </a:defRPr>
            </a:lvl5pPr>
            <a:lvl6pPr>
              <a:defRPr b="0" i="0">
                <a:solidFill>
                  <a:schemeClr val="bg1"/>
                </a:solidFill>
                <a:latin typeface="Yu Gothic Medium" panose="020B0400000000000000" pitchFamily="34" charset="-128"/>
                <a:ea typeface="Yu Gothic Medium" panose="020B0400000000000000" pitchFamily="34" charset="-128"/>
              </a:defRPr>
            </a:lvl6pPr>
            <a:lvl7pPr>
              <a:defRPr b="0" i="0">
                <a:solidFill>
                  <a:schemeClr val="bg1"/>
                </a:solidFill>
                <a:latin typeface="Yu Gothic Medium" panose="020B0400000000000000" pitchFamily="34" charset="-128"/>
                <a:ea typeface="Yu Gothic Medium" panose="020B0400000000000000" pitchFamily="34" charset="-128"/>
              </a:defRPr>
            </a:lvl7pPr>
          </a:lstStyle>
          <a:p>
            <a:pPr lvl="0"/>
            <a:r>
              <a:rPr kumimoji="1" lang="ja-JP" altLang="en-US"/>
              <a:t>テキストの書式設定</a:t>
            </a:r>
            <a:endParaRPr kumimoji="1" lang="en-US" altLang="ja-JP" dirty="0"/>
          </a:p>
          <a:p>
            <a:pPr lvl="1"/>
            <a:r>
              <a:rPr kumimoji="1" lang="ja-JP" altLang="en-US"/>
              <a:t>テキスト</a:t>
            </a:r>
            <a:endParaRPr kumimoji="1" lang="en-US" altLang="ja-JP" dirty="0"/>
          </a:p>
          <a:p>
            <a:pPr lvl="2"/>
            <a:r>
              <a:rPr kumimoji="1" lang="ja-JP" altLang="en-US"/>
              <a:t>テキスト</a:t>
            </a:r>
            <a:endParaRPr kumimoji="1" lang="en-US" altLang="ja-JP" dirty="0"/>
          </a:p>
          <a:p>
            <a:pPr lvl="3"/>
            <a:r>
              <a:rPr kumimoji="1" lang="ja-JP" altLang="en-US"/>
              <a:t>テキスト</a:t>
            </a:r>
            <a:endParaRPr kumimoji="1" lang="en-US" altLang="ja-JP" dirty="0"/>
          </a:p>
          <a:p>
            <a:pPr lvl="4"/>
            <a:r>
              <a:rPr kumimoji="1" lang="ja-JP" altLang="en-US"/>
              <a:t>テキスト</a:t>
            </a:r>
            <a:endParaRPr kumimoji="1" lang="en-US" altLang="ja-JP" dirty="0"/>
          </a:p>
        </p:txBody>
      </p:sp>
    </p:spTree>
    <p:extLst>
      <p:ext uri="{BB962C8B-B14F-4D97-AF65-F5344CB8AC3E}">
        <p14:creationId xmlns:p14="http://schemas.microsoft.com/office/powerpoint/2010/main" val="2133788615"/>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本文ページ（Photo）1">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2" name="テキスト プレースホルダー 12">
            <a:extLst>
              <a:ext uri="{FF2B5EF4-FFF2-40B4-BE49-F238E27FC236}">
                <a16:creationId xmlns:a16="http://schemas.microsoft.com/office/drawing/2014/main" id="{E7F11BC7-143A-387D-3917-393210D3AB97}"/>
              </a:ext>
            </a:extLst>
          </p:cNvPr>
          <p:cNvSpPr>
            <a:spLocks noGrp="1"/>
          </p:cNvSpPr>
          <p:nvPr>
            <p:ph type="body" sz="quarter" idx="17" hasCustomPrompt="1"/>
          </p:nvPr>
        </p:nvSpPr>
        <p:spPr>
          <a:xfrm>
            <a:off x="6428691" y="1736726"/>
            <a:ext cx="4949027" cy="365125"/>
          </a:xfrm>
          <a:prstGeom prst="rect">
            <a:avLst/>
          </a:prstGeom>
        </p:spPr>
        <p:txBody>
          <a:bodyPr lIns="0" tIns="0" rIns="0" bIns="0">
            <a:noAutofit/>
          </a:bodyPr>
          <a:lstStyle>
            <a:lvl1pPr marL="0" indent="0">
              <a:buNone/>
              <a:defRPr sz="2800" b="1" i="0">
                <a:solidFill>
                  <a:schemeClr val="tx1"/>
                </a:solidFill>
                <a:latin typeface="Yu Gothic" panose="020B0400000000000000" pitchFamily="34" charset="-128"/>
                <a:ea typeface="Yu Gothic" panose="020B0400000000000000" pitchFamily="34" charset="-128"/>
              </a:defRPr>
            </a:lvl1pPr>
          </a:lstStyle>
          <a:p>
            <a:pPr lvl="0"/>
            <a:r>
              <a:rPr kumimoji="1" lang="ja-JP" altLang="en-US"/>
              <a:t>タイトルの書式設定</a:t>
            </a:r>
          </a:p>
        </p:txBody>
      </p:sp>
      <p:sp>
        <p:nvSpPr>
          <p:cNvPr id="16" name="Slide Number Placeholder 5">
            <a:extLst>
              <a:ext uri="{FF2B5EF4-FFF2-40B4-BE49-F238E27FC236}">
                <a16:creationId xmlns:a16="http://schemas.microsoft.com/office/drawing/2014/main" id="{7897D687-90EE-4A4F-C8E7-8CBB9A645AD9}"/>
              </a:ext>
            </a:extLst>
          </p:cNvPr>
          <p:cNvSpPr txBox="1">
            <a:spLocks/>
          </p:cNvSpPr>
          <p:nvPr userDrawn="1"/>
        </p:nvSpPr>
        <p:spPr>
          <a:xfrm>
            <a:off x="9133618" y="6326799"/>
            <a:ext cx="2743200" cy="299462"/>
          </a:xfrm>
          <a:prstGeom prst="rect">
            <a:avLst/>
          </a:prstGeom>
        </p:spPr>
        <p:txBody>
          <a:bodyPr anchor="b"/>
          <a:lstStyle>
            <a:defPPr>
              <a:defRPr lang="en-US"/>
            </a:defPPr>
            <a:lvl1pPr marL="0" algn="r" defTabSz="304670" rtl="0" eaLnBrk="1" latinLnBrk="0" hangingPunct="1">
              <a:defRPr sz="16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fld id="{F61D7DA0-AA9A-8342-BE3E-6EB34F8DE2BC}" type="slidenum">
              <a:rPr kumimoji="1" lang="ja-JP" altLang="en-US" sz="1600" smtClean="0">
                <a:solidFill>
                  <a:schemeClr val="tx1"/>
                </a:solidFill>
              </a:rPr>
              <a:pPr/>
              <a:t>‹#›</a:t>
            </a:fld>
            <a:endParaRPr kumimoji="1" lang="ja-JP" altLang="en-US" sz="1600">
              <a:solidFill>
                <a:schemeClr val="tx1"/>
              </a:solidFill>
            </a:endParaRPr>
          </a:p>
        </p:txBody>
      </p:sp>
      <p:sp>
        <p:nvSpPr>
          <p:cNvPr id="3" name="図プレースホルダー 16">
            <a:extLst>
              <a:ext uri="{FF2B5EF4-FFF2-40B4-BE49-F238E27FC236}">
                <a16:creationId xmlns:a16="http://schemas.microsoft.com/office/drawing/2014/main" id="{0250B0A2-D4B9-A4DC-0554-2326F56D8D5C}"/>
              </a:ext>
            </a:extLst>
          </p:cNvPr>
          <p:cNvSpPr>
            <a:spLocks noGrp="1"/>
          </p:cNvSpPr>
          <p:nvPr>
            <p:ph type="pic" sz="quarter" idx="10"/>
          </p:nvPr>
        </p:nvSpPr>
        <p:spPr>
          <a:xfrm>
            <a:off x="0" y="0"/>
            <a:ext cx="6095206" cy="6858000"/>
          </a:xfrm>
          <a:prstGeom prst="rect">
            <a:avLst/>
          </a:prstGeom>
          <a:solidFill>
            <a:schemeClr val="bg2"/>
          </a:solidFill>
        </p:spPr>
        <p:txBody>
          <a:bodyPr/>
          <a:lstStyle>
            <a:lvl1pPr marL="0" indent="0" algn="ctr">
              <a:lnSpc>
                <a:spcPct val="100000"/>
              </a:lnSpc>
              <a:buNone/>
              <a:defRPr sz="1800">
                <a:solidFill>
                  <a:schemeClr val="accent6"/>
                </a:solidFill>
              </a:defRPr>
            </a:lvl1pPr>
          </a:lstStyle>
          <a:p>
            <a:endParaRPr kumimoji="1" lang="en-US" altLang="ja-JP" dirty="0"/>
          </a:p>
          <a:p>
            <a:r>
              <a:rPr kumimoji="1" lang="ja-JP" altLang="en-US"/>
              <a:t>下のアイコンをクリックして画像を入れてください。</a:t>
            </a:r>
          </a:p>
        </p:txBody>
      </p:sp>
      <p:sp>
        <p:nvSpPr>
          <p:cNvPr id="5" name="テキスト プレースホルダー 12">
            <a:extLst>
              <a:ext uri="{FF2B5EF4-FFF2-40B4-BE49-F238E27FC236}">
                <a16:creationId xmlns:a16="http://schemas.microsoft.com/office/drawing/2014/main" id="{8A950CA7-D005-11F1-F535-3585CD44B0BC}"/>
              </a:ext>
            </a:extLst>
          </p:cNvPr>
          <p:cNvSpPr>
            <a:spLocks noGrp="1"/>
          </p:cNvSpPr>
          <p:nvPr>
            <p:ph type="body" sz="quarter" idx="18" hasCustomPrompt="1"/>
          </p:nvPr>
        </p:nvSpPr>
        <p:spPr>
          <a:xfrm>
            <a:off x="6428690" y="2630076"/>
            <a:ext cx="4949027" cy="3582439"/>
          </a:xfrm>
          <a:prstGeom prst="rect">
            <a:avLst/>
          </a:prstGeom>
        </p:spPr>
        <p:txBody>
          <a:bodyPr lIns="0" tIns="0" rIns="0" bIns="0">
            <a:noAutofit/>
          </a:bodyPr>
          <a:lstStyle>
            <a:lvl1pPr marL="342900" indent="-342900" defTabSz="479968">
              <a:buFont typeface="Arial" panose="020B0604020202020204" pitchFamily="34" charset="0"/>
              <a:buChar char="•"/>
              <a:defRPr sz="2800" b="0" i="0">
                <a:solidFill>
                  <a:schemeClr val="tx1"/>
                </a:solidFill>
                <a:latin typeface="Yu Gothic Medium" panose="020B0400000000000000" pitchFamily="34" charset="-128"/>
                <a:ea typeface="Yu Gothic Medium" panose="020B0400000000000000" pitchFamily="34" charset="-128"/>
              </a:defRPr>
            </a:lvl1pPr>
            <a:lvl2pPr>
              <a:defRPr b="0" i="0">
                <a:solidFill>
                  <a:schemeClr val="tx1"/>
                </a:solidFill>
                <a:latin typeface="Yu Gothic Medium" panose="020B0400000000000000" pitchFamily="34" charset="-128"/>
                <a:ea typeface="Yu Gothic Medium" panose="020B0400000000000000" pitchFamily="34" charset="-128"/>
              </a:defRPr>
            </a:lvl2pPr>
            <a:lvl3pPr>
              <a:defRPr b="0" i="0">
                <a:solidFill>
                  <a:schemeClr val="tx1"/>
                </a:solidFill>
                <a:latin typeface="Yu Gothic Medium" panose="020B0400000000000000" pitchFamily="34" charset="-128"/>
                <a:ea typeface="Yu Gothic Medium" panose="020B0400000000000000" pitchFamily="34" charset="-128"/>
              </a:defRPr>
            </a:lvl3pPr>
            <a:lvl4pPr>
              <a:defRPr b="0" i="0">
                <a:solidFill>
                  <a:schemeClr val="tx1"/>
                </a:solidFill>
                <a:latin typeface="Yu Gothic Medium" panose="020B0400000000000000" pitchFamily="34" charset="-128"/>
                <a:ea typeface="Yu Gothic Medium" panose="020B0400000000000000" pitchFamily="34" charset="-128"/>
              </a:defRPr>
            </a:lvl4pPr>
            <a:lvl5pPr>
              <a:defRPr b="0" i="0">
                <a:solidFill>
                  <a:schemeClr val="tx1"/>
                </a:solidFill>
                <a:latin typeface="Yu Gothic Medium" panose="020B0400000000000000" pitchFamily="34" charset="-128"/>
                <a:ea typeface="Yu Gothic Medium" panose="020B0400000000000000" pitchFamily="34" charset="-128"/>
              </a:defRPr>
            </a:lvl5pPr>
            <a:lvl6pPr>
              <a:defRPr b="0" i="0">
                <a:solidFill>
                  <a:schemeClr val="bg1"/>
                </a:solidFill>
                <a:latin typeface="Yu Gothic Medium" panose="020B0400000000000000" pitchFamily="34" charset="-128"/>
                <a:ea typeface="Yu Gothic Medium" panose="020B0400000000000000" pitchFamily="34" charset="-128"/>
              </a:defRPr>
            </a:lvl6pPr>
            <a:lvl7pPr>
              <a:defRPr b="0" i="0">
                <a:solidFill>
                  <a:schemeClr val="bg1"/>
                </a:solidFill>
              </a:defRPr>
            </a:lvl7pPr>
          </a:lstStyle>
          <a:p>
            <a:pPr lvl="0"/>
            <a:r>
              <a:rPr kumimoji="1" lang="ja-JP" altLang="en-US"/>
              <a:t>テキストの書式設定</a:t>
            </a:r>
            <a:endParaRPr kumimoji="1" lang="en-US" altLang="ja-JP" dirty="0"/>
          </a:p>
          <a:p>
            <a:pPr lvl="1"/>
            <a:r>
              <a:rPr kumimoji="1" lang="ja-JP" altLang="en-US"/>
              <a:t>テキスト</a:t>
            </a:r>
            <a:endParaRPr kumimoji="1" lang="en-US" altLang="ja-JP" dirty="0"/>
          </a:p>
          <a:p>
            <a:pPr lvl="2"/>
            <a:r>
              <a:rPr kumimoji="1" lang="ja-JP" altLang="en-US"/>
              <a:t>テキスト</a:t>
            </a:r>
            <a:endParaRPr kumimoji="1" lang="en-US" altLang="ja-JP" dirty="0"/>
          </a:p>
          <a:p>
            <a:pPr lvl="3"/>
            <a:r>
              <a:rPr kumimoji="1" lang="ja-JP" altLang="en-US"/>
              <a:t>テキスト</a:t>
            </a:r>
            <a:endParaRPr kumimoji="1" lang="en-US" altLang="ja-JP" dirty="0"/>
          </a:p>
          <a:p>
            <a:pPr lvl="4"/>
            <a:r>
              <a:rPr kumimoji="1" lang="ja-JP" altLang="en-US"/>
              <a:t>テキスト</a:t>
            </a:r>
            <a:endParaRPr kumimoji="1" lang="en-US" altLang="ja-JP" dirty="0"/>
          </a:p>
        </p:txBody>
      </p:sp>
      <p:sp>
        <p:nvSpPr>
          <p:cNvPr id="14" name="Date Placeholder 3">
            <a:extLst>
              <a:ext uri="{FF2B5EF4-FFF2-40B4-BE49-F238E27FC236}">
                <a16:creationId xmlns:a16="http://schemas.microsoft.com/office/drawing/2014/main" id="{C1538D69-6755-6FEA-0287-C53BB6CBEE20}"/>
              </a:ext>
            </a:extLst>
          </p:cNvPr>
          <p:cNvSpPr txBox="1">
            <a:spLocks/>
          </p:cNvSpPr>
          <p:nvPr userDrawn="1"/>
        </p:nvSpPr>
        <p:spPr>
          <a:xfrm>
            <a:off x="325402" y="6394865"/>
            <a:ext cx="2743200" cy="331932"/>
          </a:xfrm>
          <a:prstGeom prst="rect">
            <a:avLst/>
          </a:prstGeom>
        </p:spPr>
        <p:txBody>
          <a:bodyPr/>
          <a:lstStyle>
            <a:defPPr>
              <a:defRPr lang="en-US"/>
            </a:defPPr>
            <a:lvl1pPr marL="0" algn="l" defTabSz="304670" rtl="0" eaLnBrk="1" latinLnBrk="0" hangingPunct="1">
              <a:defRPr sz="20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pPr algn="l"/>
            <a:r>
              <a:rPr kumimoji="1" lang="en" altLang="ja-JP" sz="700" dirty="0">
                <a:solidFill>
                  <a:schemeClr val="tx1"/>
                </a:solidFill>
              </a:rPr>
              <a:t>ⓒ ITOCHU Techno-Solutions Corporation</a:t>
            </a:r>
            <a:endParaRPr kumimoji="1" lang="ja-JP" altLang="en-US" sz="700">
              <a:solidFill>
                <a:schemeClr val="tx1"/>
              </a:solidFill>
            </a:endParaRPr>
          </a:p>
        </p:txBody>
      </p:sp>
    </p:spTree>
    <p:extLst>
      <p:ext uri="{BB962C8B-B14F-4D97-AF65-F5344CB8AC3E}">
        <p14:creationId xmlns:p14="http://schemas.microsoft.com/office/powerpoint/2010/main" val="12663547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本文ページ（Photo）2">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0" name="図プレースホルダー 16">
            <a:extLst>
              <a:ext uri="{FF2B5EF4-FFF2-40B4-BE49-F238E27FC236}">
                <a16:creationId xmlns:a16="http://schemas.microsoft.com/office/drawing/2014/main" id="{40FE2F04-6B75-1C75-F9DF-825DA93754B6}"/>
              </a:ext>
            </a:extLst>
          </p:cNvPr>
          <p:cNvSpPr>
            <a:spLocks noGrp="1"/>
          </p:cNvSpPr>
          <p:nvPr>
            <p:ph type="pic" sz="quarter" idx="10"/>
          </p:nvPr>
        </p:nvSpPr>
        <p:spPr>
          <a:xfrm>
            <a:off x="0" y="1736726"/>
            <a:ext cx="12192000" cy="5121275"/>
          </a:xfrm>
          <a:prstGeom prst="rect">
            <a:avLst/>
          </a:prstGeom>
          <a:solidFill>
            <a:schemeClr val="bg2"/>
          </a:solidFill>
        </p:spPr>
        <p:txBody>
          <a:bodyPr/>
          <a:lstStyle>
            <a:lvl1pPr marL="0" indent="0" algn="ctr">
              <a:lnSpc>
                <a:spcPct val="100000"/>
              </a:lnSpc>
              <a:buNone/>
              <a:defRPr sz="1800">
                <a:solidFill>
                  <a:schemeClr val="accent6"/>
                </a:solidFill>
              </a:defRPr>
            </a:lvl1pPr>
          </a:lstStyle>
          <a:p>
            <a:endParaRPr kumimoji="1" lang="en-US" altLang="ja-JP" dirty="0"/>
          </a:p>
          <a:p>
            <a:endParaRPr kumimoji="1" lang="en-US" altLang="ja-JP" dirty="0"/>
          </a:p>
          <a:p>
            <a:r>
              <a:rPr kumimoji="1" lang="ja-JP" altLang="en-US"/>
              <a:t>下のアイコンをクリックして画像を入れてください。</a:t>
            </a:r>
          </a:p>
        </p:txBody>
      </p:sp>
      <p:sp>
        <p:nvSpPr>
          <p:cNvPr id="8" name="Date Placeholder 3">
            <a:extLst>
              <a:ext uri="{FF2B5EF4-FFF2-40B4-BE49-F238E27FC236}">
                <a16:creationId xmlns:a16="http://schemas.microsoft.com/office/drawing/2014/main" id="{3F42955C-2661-77B4-7E94-6C49CE94C967}"/>
              </a:ext>
            </a:extLst>
          </p:cNvPr>
          <p:cNvSpPr txBox="1">
            <a:spLocks/>
          </p:cNvSpPr>
          <p:nvPr userDrawn="1"/>
        </p:nvSpPr>
        <p:spPr>
          <a:xfrm>
            <a:off x="325402" y="6394865"/>
            <a:ext cx="2743200" cy="331932"/>
          </a:xfrm>
          <a:prstGeom prst="rect">
            <a:avLst/>
          </a:prstGeom>
        </p:spPr>
        <p:txBody>
          <a:bodyPr/>
          <a:lstStyle>
            <a:defPPr>
              <a:defRPr lang="en-US"/>
            </a:defPPr>
            <a:lvl1pPr marL="0" algn="l" defTabSz="304670" rtl="0" eaLnBrk="1" latinLnBrk="0" hangingPunct="1">
              <a:defRPr sz="20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pPr algn="l"/>
            <a:r>
              <a:rPr kumimoji="1" lang="en" altLang="ja-JP" sz="700" dirty="0">
                <a:solidFill>
                  <a:schemeClr val="tx1"/>
                </a:solidFill>
              </a:rPr>
              <a:t>ⓒ ITOCHU Techno-Solutions Corporation</a:t>
            </a:r>
            <a:endParaRPr kumimoji="1" lang="ja-JP" altLang="en-US" sz="700">
              <a:solidFill>
                <a:schemeClr val="tx1"/>
              </a:solidFill>
            </a:endParaRPr>
          </a:p>
        </p:txBody>
      </p:sp>
      <p:sp>
        <p:nvSpPr>
          <p:cNvPr id="9" name="Slide Number Placeholder 5">
            <a:extLst>
              <a:ext uri="{FF2B5EF4-FFF2-40B4-BE49-F238E27FC236}">
                <a16:creationId xmlns:a16="http://schemas.microsoft.com/office/drawing/2014/main" id="{3121B00E-FCA3-D75D-90B2-7E55D24110B4}"/>
              </a:ext>
            </a:extLst>
          </p:cNvPr>
          <p:cNvSpPr txBox="1">
            <a:spLocks/>
          </p:cNvSpPr>
          <p:nvPr userDrawn="1"/>
        </p:nvSpPr>
        <p:spPr>
          <a:xfrm>
            <a:off x="9133618" y="6326799"/>
            <a:ext cx="2743200" cy="299462"/>
          </a:xfrm>
          <a:prstGeom prst="rect">
            <a:avLst/>
          </a:prstGeom>
        </p:spPr>
        <p:txBody>
          <a:bodyPr anchor="b"/>
          <a:lstStyle>
            <a:defPPr>
              <a:defRPr lang="en-US"/>
            </a:defPPr>
            <a:lvl1pPr marL="0" algn="r" defTabSz="304670" rtl="0" eaLnBrk="1" latinLnBrk="0" hangingPunct="1">
              <a:defRPr sz="16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fld id="{F61D7DA0-AA9A-8342-BE3E-6EB34F8DE2BC}" type="slidenum">
              <a:rPr kumimoji="1" lang="ja-JP" altLang="en-US" sz="1600" smtClean="0">
                <a:solidFill>
                  <a:schemeClr val="tx1"/>
                </a:solidFill>
              </a:rPr>
              <a:pPr/>
              <a:t>‹#›</a:t>
            </a:fld>
            <a:endParaRPr kumimoji="1" lang="ja-JP" altLang="en-US" sz="1600">
              <a:solidFill>
                <a:schemeClr val="tx1"/>
              </a:solidFill>
            </a:endParaRPr>
          </a:p>
        </p:txBody>
      </p:sp>
      <p:sp>
        <p:nvSpPr>
          <p:cNvPr id="3" name="テキスト プレースホルダー 12">
            <a:extLst>
              <a:ext uri="{FF2B5EF4-FFF2-40B4-BE49-F238E27FC236}">
                <a16:creationId xmlns:a16="http://schemas.microsoft.com/office/drawing/2014/main" id="{D229F9AB-613B-B0B7-9ECD-FDCB5868410E}"/>
              </a:ext>
            </a:extLst>
          </p:cNvPr>
          <p:cNvSpPr>
            <a:spLocks noGrp="1"/>
          </p:cNvSpPr>
          <p:nvPr>
            <p:ph type="body" sz="quarter" idx="16" hasCustomPrompt="1"/>
          </p:nvPr>
        </p:nvSpPr>
        <p:spPr>
          <a:xfrm>
            <a:off x="398026" y="347571"/>
            <a:ext cx="8640000" cy="432000"/>
          </a:xfrm>
          <a:prstGeom prst="rect">
            <a:avLst/>
          </a:prstGeom>
        </p:spPr>
        <p:txBody>
          <a:bodyPr lIns="0" tIns="0" rIns="0">
            <a:noAutofit/>
          </a:bodyPr>
          <a:lstStyle>
            <a:lvl1pPr marL="0" indent="0">
              <a:buNone/>
              <a:defRPr sz="2800" b="1" i="0">
                <a:solidFill>
                  <a:schemeClr val="tx1"/>
                </a:solidFill>
                <a:latin typeface="Yu Gothic" panose="020B0400000000000000" pitchFamily="34" charset="-128"/>
                <a:ea typeface="Yu Gothic" panose="020B0400000000000000" pitchFamily="34" charset="-128"/>
              </a:defRPr>
            </a:lvl1pPr>
          </a:lstStyle>
          <a:p>
            <a:pPr lvl="0"/>
            <a:r>
              <a:rPr kumimoji="1" lang="ja-JP" altLang="en-US"/>
              <a:t>タイトルの書式設定</a:t>
            </a:r>
          </a:p>
        </p:txBody>
      </p:sp>
    </p:spTree>
    <p:extLst>
      <p:ext uri="{BB962C8B-B14F-4D97-AF65-F5344CB8AC3E}">
        <p14:creationId xmlns:p14="http://schemas.microsoft.com/office/powerpoint/2010/main" val="3463208572"/>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本文ページ（Photo）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図プレースホルダー 16">
            <a:extLst>
              <a:ext uri="{FF2B5EF4-FFF2-40B4-BE49-F238E27FC236}">
                <a16:creationId xmlns:a16="http://schemas.microsoft.com/office/drawing/2014/main" id="{891B6CCA-08A5-03A2-13C5-C85264248DD8}"/>
              </a:ext>
            </a:extLst>
          </p:cNvPr>
          <p:cNvSpPr>
            <a:spLocks noGrp="1"/>
          </p:cNvSpPr>
          <p:nvPr>
            <p:ph type="pic" sz="quarter" idx="10"/>
          </p:nvPr>
        </p:nvSpPr>
        <p:spPr>
          <a:xfrm>
            <a:off x="3864720" y="1736726"/>
            <a:ext cx="4462562" cy="4475163"/>
          </a:xfrm>
          <a:prstGeom prst="rect">
            <a:avLst/>
          </a:prstGeom>
          <a:solidFill>
            <a:schemeClr val="bg2"/>
          </a:solidFill>
        </p:spPr>
        <p:txBody>
          <a:bodyPr/>
          <a:lstStyle>
            <a:lvl1pPr marL="0" indent="0" algn="ctr">
              <a:lnSpc>
                <a:spcPct val="100000"/>
              </a:lnSpc>
              <a:buNone/>
              <a:defRPr sz="1800">
                <a:solidFill>
                  <a:schemeClr val="accent6"/>
                </a:solidFill>
              </a:defRPr>
            </a:lvl1pPr>
          </a:lstStyle>
          <a:p>
            <a:endParaRPr kumimoji="1" lang="en-US" altLang="ja-JP" dirty="0"/>
          </a:p>
          <a:p>
            <a:r>
              <a:rPr kumimoji="1" lang="ja-JP" altLang="en-US"/>
              <a:t>下のアイコンをクリックして</a:t>
            </a:r>
            <a:br>
              <a:rPr kumimoji="1" lang="en-US" altLang="ja-JP" dirty="0"/>
            </a:br>
            <a:r>
              <a:rPr kumimoji="1" lang="ja-JP" altLang="en-US"/>
              <a:t>画像を入れてください。</a:t>
            </a:r>
          </a:p>
        </p:txBody>
      </p:sp>
      <p:sp>
        <p:nvSpPr>
          <p:cNvPr id="3" name="テキスト プレースホルダー 12">
            <a:extLst>
              <a:ext uri="{FF2B5EF4-FFF2-40B4-BE49-F238E27FC236}">
                <a16:creationId xmlns:a16="http://schemas.microsoft.com/office/drawing/2014/main" id="{8AFFBB38-15BE-D6C2-99B3-CE5080D5BC85}"/>
              </a:ext>
            </a:extLst>
          </p:cNvPr>
          <p:cNvSpPr>
            <a:spLocks noGrp="1"/>
          </p:cNvSpPr>
          <p:nvPr>
            <p:ph type="body" sz="quarter" idx="15" hasCustomPrompt="1"/>
          </p:nvPr>
        </p:nvSpPr>
        <p:spPr>
          <a:xfrm>
            <a:off x="8551868" y="1736726"/>
            <a:ext cx="2825851" cy="4475163"/>
          </a:xfrm>
          <a:prstGeom prst="rect">
            <a:avLst/>
          </a:prstGeom>
        </p:spPr>
        <p:txBody>
          <a:bodyPr lIns="0" tIns="0" rIns="0" bIns="0" anchor="ctr">
            <a:noAutofit/>
          </a:bodyPr>
          <a:lstStyle>
            <a:lvl1pPr marL="0" indent="0" algn="ctr" defTabSz="479968">
              <a:buNone/>
              <a:defRPr sz="2400">
                <a:solidFill>
                  <a:schemeClr val="tx1"/>
                </a:solidFill>
              </a:defRPr>
            </a:lvl1pPr>
          </a:lstStyle>
          <a:p>
            <a:pPr lvl="0"/>
            <a:r>
              <a:rPr kumimoji="1" lang="ja-JP" altLang="en-US"/>
              <a:t>テキストの書式設定</a:t>
            </a:r>
            <a:endParaRPr kumimoji="1" lang="en-US" altLang="ja-JP" dirty="0"/>
          </a:p>
        </p:txBody>
      </p:sp>
      <p:sp>
        <p:nvSpPr>
          <p:cNvPr id="5" name="テキスト プレースホルダー 12">
            <a:extLst>
              <a:ext uri="{FF2B5EF4-FFF2-40B4-BE49-F238E27FC236}">
                <a16:creationId xmlns:a16="http://schemas.microsoft.com/office/drawing/2014/main" id="{ED6C0D35-6FD6-E07C-8834-78C7AA06C6E9}"/>
              </a:ext>
            </a:extLst>
          </p:cNvPr>
          <p:cNvSpPr>
            <a:spLocks noGrp="1"/>
          </p:cNvSpPr>
          <p:nvPr>
            <p:ph type="body" sz="quarter" idx="17" hasCustomPrompt="1"/>
          </p:nvPr>
        </p:nvSpPr>
        <p:spPr>
          <a:xfrm>
            <a:off x="814282" y="1736726"/>
            <a:ext cx="2820547" cy="4475163"/>
          </a:xfrm>
          <a:prstGeom prst="rect">
            <a:avLst/>
          </a:prstGeom>
        </p:spPr>
        <p:txBody>
          <a:bodyPr lIns="0" tIns="0" rIns="0" bIns="0" anchor="ctr">
            <a:noAutofit/>
          </a:bodyPr>
          <a:lstStyle>
            <a:lvl1pPr marL="0" indent="0" algn="ctr">
              <a:buNone/>
              <a:defRPr sz="2800" b="1" i="0">
                <a:solidFill>
                  <a:schemeClr val="tx1"/>
                </a:solidFill>
                <a:latin typeface="Yu Gothic" panose="020B0400000000000000" pitchFamily="34" charset="-128"/>
                <a:ea typeface="Yu Gothic" panose="020B0400000000000000" pitchFamily="34" charset="-128"/>
              </a:defRPr>
            </a:lvl1pPr>
          </a:lstStyle>
          <a:p>
            <a:pPr lvl="0"/>
            <a:r>
              <a:rPr kumimoji="1" lang="ja-JP" altLang="en-US"/>
              <a:t>タイトルの書式設定</a:t>
            </a:r>
          </a:p>
        </p:txBody>
      </p:sp>
      <p:sp>
        <p:nvSpPr>
          <p:cNvPr id="9" name="Date Placeholder 3">
            <a:extLst>
              <a:ext uri="{FF2B5EF4-FFF2-40B4-BE49-F238E27FC236}">
                <a16:creationId xmlns:a16="http://schemas.microsoft.com/office/drawing/2014/main" id="{986EFF52-DAAF-6D57-1218-05FE70B737D7}"/>
              </a:ext>
            </a:extLst>
          </p:cNvPr>
          <p:cNvSpPr txBox="1">
            <a:spLocks/>
          </p:cNvSpPr>
          <p:nvPr userDrawn="1"/>
        </p:nvSpPr>
        <p:spPr>
          <a:xfrm>
            <a:off x="325402" y="6394865"/>
            <a:ext cx="2743200" cy="331932"/>
          </a:xfrm>
          <a:prstGeom prst="rect">
            <a:avLst/>
          </a:prstGeom>
        </p:spPr>
        <p:txBody>
          <a:bodyPr/>
          <a:lstStyle>
            <a:defPPr>
              <a:defRPr lang="en-US"/>
            </a:defPPr>
            <a:lvl1pPr marL="0" algn="l" defTabSz="304670" rtl="0" eaLnBrk="1" latinLnBrk="0" hangingPunct="1">
              <a:defRPr sz="20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pPr algn="l"/>
            <a:r>
              <a:rPr kumimoji="1" lang="en" altLang="ja-JP" sz="700" dirty="0">
                <a:solidFill>
                  <a:schemeClr val="tx1"/>
                </a:solidFill>
              </a:rPr>
              <a:t>ⓒ ITOCHU Techno-Solutions Corporation</a:t>
            </a:r>
            <a:endParaRPr kumimoji="1" lang="ja-JP" altLang="en-US" sz="700">
              <a:solidFill>
                <a:schemeClr val="tx1"/>
              </a:solidFill>
            </a:endParaRPr>
          </a:p>
        </p:txBody>
      </p:sp>
      <p:sp>
        <p:nvSpPr>
          <p:cNvPr id="10" name="Slide Number Placeholder 5">
            <a:extLst>
              <a:ext uri="{FF2B5EF4-FFF2-40B4-BE49-F238E27FC236}">
                <a16:creationId xmlns:a16="http://schemas.microsoft.com/office/drawing/2014/main" id="{420E9EC3-A7AD-2D87-4132-5FD22EB8F461}"/>
              </a:ext>
            </a:extLst>
          </p:cNvPr>
          <p:cNvSpPr txBox="1">
            <a:spLocks/>
          </p:cNvSpPr>
          <p:nvPr userDrawn="1"/>
        </p:nvSpPr>
        <p:spPr>
          <a:xfrm>
            <a:off x="9133618" y="6326799"/>
            <a:ext cx="2743200" cy="299462"/>
          </a:xfrm>
          <a:prstGeom prst="rect">
            <a:avLst/>
          </a:prstGeom>
        </p:spPr>
        <p:txBody>
          <a:bodyPr anchor="b"/>
          <a:lstStyle>
            <a:defPPr>
              <a:defRPr lang="en-US"/>
            </a:defPPr>
            <a:lvl1pPr marL="0" algn="r" defTabSz="304670" rtl="0" eaLnBrk="1" latinLnBrk="0" hangingPunct="1">
              <a:defRPr sz="16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fld id="{F61D7DA0-AA9A-8342-BE3E-6EB34F8DE2BC}" type="slidenum">
              <a:rPr kumimoji="1" lang="ja-JP" altLang="en-US" sz="1600" smtClean="0">
                <a:solidFill>
                  <a:schemeClr val="tx1"/>
                </a:solidFill>
              </a:rPr>
              <a:pPr/>
              <a:t>‹#›</a:t>
            </a:fld>
            <a:endParaRPr kumimoji="1" lang="ja-JP" altLang="en-US" sz="1600">
              <a:solidFill>
                <a:schemeClr val="tx1"/>
              </a:solidFill>
            </a:endParaRPr>
          </a:p>
        </p:txBody>
      </p:sp>
    </p:spTree>
    <p:extLst>
      <p:ext uri="{BB962C8B-B14F-4D97-AF65-F5344CB8AC3E}">
        <p14:creationId xmlns:p14="http://schemas.microsoft.com/office/powerpoint/2010/main" val="2475541467"/>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裏表紙（Whi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850709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裏表紙（White_ブランドコピー）">
    <p:bg>
      <p:bgPr>
        <a:solidFill>
          <a:schemeClr val="bg1"/>
        </a:solidFill>
        <a:effectLst/>
      </p:bgPr>
    </p:bg>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30D8DA09-05B3-40D5-0401-070D12AF7DF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382399" y="2289099"/>
            <a:ext cx="7427201" cy="2279801"/>
          </a:xfrm>
          <a:prstGeom prst="rect">
            <a:avLst/>
          </a:prstGeom>
        </p:spPr>
      </p:pic>
    </p:spTree>
    <p:extLst>
      <p:ext uri="{BB962C8B-B14F-4D97-AF65-F5344CB8AC3E}">
        <p14:creationId xmlns:p14="http://schemas.microsoft.com/office/powerpoint/2010/main" val="179911140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裏表紙(ブランドコピービジュアル)">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F263BA29-C7D5-2DA5-CCEB-BDCC4F48802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27618669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表紙（企業理念）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1EA3C52B-1AA8-C2A5-B7D4-51F613941D4B}"/>
              </a:ext>
            </a:extLst>
          </p:cNvPr>
          <p:cNvSpPr>
            <a:spLocks noGrp="1"/>
          </p:cNvSpPr>
          <p:nvPr>
            <p:ph type="ctrTitle"/>
          </p:nvPr>
        </p:nvSpPr>
        <p:spPr>
          <a:xfrm>
            <a:off x="814282" y="1989088"/>
            <a:ext cx="10563436" cy="1371445"/>
          </a:xfrm>
          <a:prstGeom prst="rect">
            <a:avLst/>
          </a:prstGeom>
        </p:spPr>
        <p:txBody>
          <a:bodyPr lIns="0" tIns="0" rIns="0" bIns="0" anchor="b">
            <a:normAutofit/>
          </a:bodyPr>
          <a:lstStyle>
            <a:lvl1pPr algn="l">
              <a:defRPr sz="3600" b="1" i="0">
                <a:solidFill>
                  <a:schemeClr val="tx1"/>
                </a:solidFill>
                <a:latin typeface="Yu Gothic" panose="020B0400000000000000" pitchFamily="34" charset="-128"/>
                <a:ea typeface="Yu Gothic" panose="020B0400000000000000" pitchFamily="34" charset="-128"/>
              </a:defRPr>
            </a:lvl1pPr>
          </a:lstStyle>
          <a:p>
            <a:r>
              <a:rPr lang="ja-JP" altLang="en-US"/>
              <a:t>マスター タイトルの書式設定</a:t>
            </a:r>
            <a:endParaRPr lang="en-US" dirty="0"/>
          </a:p>
        </p:txBody>
      </p:sp>
      <p:sp>
        <p:nvSpPr>
          <p:cNvPr id="8" name="テキスト プレースホルダー 12">
            <a:extLst>
              <a:ext uri="{FF2B5EF4-FFF2-40B4-BE49-F238E27FC236}">
                <a16:creationId xmlns:a16="http://schemas.microsoft.com/office/drawing/2014/main" id="{2F6F05DB-BABA-7579-968D-6479F904DD36}"/>
              </a:ext>
            </a:extLst>
          </p:cNvPr>
          <p:cNvSpPr>
            <a:spLocks noGrp="1"/>
          </p:cNvSpPr>
          <p:nvPr>
            <p:ph type="body" sz="quarter" idx="13"/>
          </p:nvPr>
        </p:nvSpPr>
        <p:spPr>
          <a:xfrm>
            <a:off x="814282" y="5470206"/>
            <a:ext cx="10563436" cy="365125"/>
          </a:xfrm>
          <a:prstGeom prst="rect">
            <a:avLst/>
          </a:prstGeom>
        </p:spPr>
        <p:txBody>
          <a:bodyPr lIns="0" tIns="0" rIns="0" bIns="0">
            <a:noAutofit/>
          </a:bodyPr>
          <a:lstStyle>
            <a:lvl1pPr marL="0" indent="0">
              <a:buNone/>
              <a:defRPr sz="2400" b="0" i="0">
                <a:solidFill>
                  <a:schemeClr val="tx1"/>
                </a:solidFill>
                <a:latin typeface="Yu Gothic Medium" panose="020B0400000000000000" pitchFamily="34" charset="-128"/>
                <a:ea typeface="Yu Gothic Medium" panose="020B0400000000000000" pitchFamily="34" charset="-128"/>
              </a:defRPr>
            </a:lvl1pPr>
          </a:lstStyle>
          <a:p>
            <a:pPr lvl="0"/>
            <a:r>
              <a:rPr kumimoji="1" lang="ja-JP" altLang="en-US"/>
              <a:t>マスター テキストの書式設定</a:t>
            </a:r>
          </a:p>
        </p:txBody>
      </p:sp>
      <p:sp>
        <p:nvSpPr>
          <p:cNvPr id="9" name="テキスト プレースホルダー 12">
            <a:extLst>
              <a:ext uri="{FF2B5EF4-FFF2-40B4-BE49-F238E27FC236}">
                <a16:creationId xmlns:a16="http://schemas.microsoft.com/office/drawing/2014/main" id="{609E1413-3A12-6805-C281-3344AEAAD951}"/>
              </a:ext>
            </a:extLst>
          </p:cNvPr>
          <p:cNvSpPr>
            <a:spLocks noGrp="1"/>
          </p:cNvSpPr>
          <p:nvPr>
            <p:ph type="body" sz="quarter" idx="14"/>
          </p:nvPr>
        </p:nvSpPr>
        <p:spPr>
          <a:xfrm>
            <a:off x="814282" y="5930984"/>
            <a:ext cx="10563436" cy="365125"/>
          </a:xfrm>
          <a:prstGeom prst="rect">
            <a:avLst/>
          </a:prstGeom>
        </p:spPr>
        <p:txBody>
          <a:bodyPr lIns="0" tIns="0" rIns="0" bIns="0">
            <a:noAutofit/>
          </a:bodyPr>
          <a:lstStyle>
            <a:lvl1pPr marL="0" indent="0">
              <a:buNone/>
              <a:defRPr sz="2400" b="0" i="0">
                <a:solidFill>
                  <a:schemeClr val="tx1"/>
                </a:solidFill>
                <a:latin typeface="Yu Gothic Medium" panose="020B0400000000000000" pitchFamily="34" charset="-128"/>
                <a:ea typeface="Yu Gothic Medium" panose="020B0400000000000000" pitchFamily="34" charset="-128"/>
              </a:defRPr>
            </a:lvl1pPr>
          </a:lstStyle>
          <a:p>
            <a:pPr lvl="0"/>
            <a:r>
              <a:rPr kumimoji="1" lang="ja-JP" altLang="en-US"/>
              <a:t>マスター テキストの書式設定</a:t>
            </a:r>
          </a:p>
        </p:txBody>
      </p:sp>
      <p:sp>
        <p:nvSpPr>
          <p:cNvPr id="11" name="テキスト プレースホルダー 12">
            <a:extLst>
              <a:ext uri="{FF2B5EF4-FFF2-40B4-BE49-F238E27FC236}">
                <a16:creationId xmlns:a16="http://schemas.microsoft.com/office/drawing/2014/main" id="{B3D46BAC-CB80-74CC-4E8F-9D6AB02A6FFC}"/>
              </a:ext>
            </a:extLst>
          </p:cNvPr>
          <p:cNvSpPr>
            <a:spLocks noGrp="1"/>
          </p:cNvSpPr>
          <p:nvPr>
            <p:ph type="body" sz="quarter" idx="15"/>
          </p:nvPr>
        </p:nvSpPr>
        <p:spPr>
          <a:xfrm>
            <a:off x="814282" y="3453206"/>
            <a:ext cx="10563436" cy="947344"/>
          </a:xfrm>
          <a:prstGeom prst="rect">
            <a:avLst/>
          </a:prstGeom>
        </p:spPr>
        <p:txBody>
          <a:bodyPr lIns="0" tIns="0" rIns="0" bIns="0">
            <a:noAutofit/>
          </a:bodyPr>
          <a:lstStyle>
            <a:lvl1pPr marL="0" indent="0">
              <a:buNone/>
              <a:defRPr sz="2400" b="0" i="0">
                <a:solidFill>
                  <a:schemeClr val="tx1"/>
                </a:solidFill>
                <a:latin typeface="Yu Gothic Medium" panose="020B0400000000000000" pitchFamily="34" charset="-128"/>
                <a:ea typeface="Yu Gothic Medium" panose="020B0400000000000000" pitchFamily="34" charset="-128"/>
              </a:defRPr>
            </a:lvl1pPr>
          </a:lstStyle>
          <a:p>
            <a:pPr lvl="0"/>
            <a:r>
              <a:rPr kumimoji="1" lang="ja-JP" altLang="en-US"/>
              <a:t>マスター テキストの書式設定</a:t>
            </a:r>
          </a:p>
        </p:txBody>
      </p:sp>
      <p:sp>
        <p:nvSpPr>
          <p:cNvPr id="3" name="テキスト プレースホルダー 12">
            <a:extLst>
              <a:ext uri="{FF2B5EF4-FFF2-40B4-BE49-F238E27FC236}">
                <a16:creationId xmlns:a16="http://schemas.microsoft.com/office/drawing/2014/main" id="{5227752C-BB20-256A-DFE1-BAFCB25870EC}"/>
              </a:ext>
            </a:extLst>
          </p:cNvPr>
          <p:cNvSpPr>
            <a:spLocks noGrp="1"/>
          </p:cNvSpPr>
          <p:nvPr>
            <p:ph type="body" sz="quarter" idx="17"/>
          </p:nvPr>
        </p:nvSpPr>
        <p:spPr>
          <a:xfrm>
            <a:off x="814282" y="561890"/>
            <a:ext cx="8640000" cy="432000"/>
          </a:xfrm>
          <a:prstGeom prst="rect">
            <a:avLst/>
          </a:prstGeom>
        </p:spPr>
        <p:txBody>
          <a:bodyPr lIns="0" tIns="0" rIns="0" bIns="0">
            <a:noAutofit/>
          </a:bodyPr>
          <a:lstStyle>
            <a:lvl1pPr marL="0" indent="0">
              <a:buNone/>
              <a:defRPr sz="2400" b="1" i="0">
                <a:solidFill>
                  <a:schemeClr val="tx1"/>
                </a:solidFill>
                <a:latin typeface="Yu Gothic Medium" panose="020B0400000000000000" pitchFamily="34" charset="-128"/>
                <a:ea typeface="Yu Gothic Medium" panose="020B0400000000000000" pitchFamily="34" charset="-128"/>
              </a:defRPr>
            </a:lvl1pPr>
          </a:lstStyle>
          <a:p>
            <a:pPr lvl="0"/>
            <a:r>
              <a:rPr kumimoji="1" lang="ja-JP" altLang="en-US"/>
              <a:t>マスター テキストの書式設定</a:t>
            </a:r>
          </a:p>
        </p:txBody>
      </p:sp>
      <p:sp>
        <p:nvSpPr>
          <p:cNvPr id="2" name="テキスト プレースホルダー 12">
            <a:extLst>
              <a:ext uri="{FF2B5EF4-FFF2-40B4-BE49-F238E27FC236}">
                <a16:creationId xmlns:a16="http://schemas.microsoft.com/office/drawing/2014/main" id="{66CBD5E1-F887-F270-7A94-432D6120E4AF}"/>
              </a:ext>
            </a:extLst>
          </p:cNvPr>
          <p:cNvSpPr>
            <a:spLocks noGrp="1"/>
          </p:cNvSpPr>
          <p:nvPr>
            <p:ph type="body" sz="quarter" idx="18"/>
          </p:nvPr>
        </p:nvSpPr>
        <p:spPr>
          <a:xfrm>
            <a:off x="814282" y="5009428"/>
            <a:ext cx="10563436" cy="365125"/>
          </a:xfrm>
          <a:prstGeom prst="rect">
            <a:avLst/>
          </a:prstGeom>
        </p:spPr>
        <p:txBody>
          <a:bodyPr lIns="0" tIns="0" rIns="0" bIns="0">
            <a:noAutofit/>
          </a:bodyPr>
          <a:lstStyle>
            <a:lvl1pPr marL="0" indent="0">
              <a:buNone/>
              <a:defRPr sz="2400" b="0" i="0">
                <a:solidFill>
                  <a:schemeClr val="tx1"/>
                </a:solidFill>
                <a:latin typeface="Yu Gothic Medium" panose="020B0400000000000000" pitchFamily="34" charset="-128"/>
                <a:ea typeface="Yu Gothic Medium" panose="020B0400000000000000" pitchFamily="34" charset="-128"/>
              </a:defRPr>
            </a:lvl1pPr>
          </a:lstStyle>
          <a:p>
            <a:pPr lvl="0"/>
            <a:r>
              <a:rPr kumimoji="1" lang="ja-JP" altLang="en-US"/>
              <a:t>マスター テキストの書式設定</a:t>
            </a:r>
          </a:p>
        </p:txBody>
      </p:sp>
    </p:spTree>
    <p:extLst>
      <p:ext uri="{BB962C8B-B14F-4D97-AF65-F5344CB8AC3E}">
        <p14:creationId xmlns:p14="http://schemas.microsoft.com/office/powerpoint/2010/main" val="238023483"/>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表紙（企業理念）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B833A177-94A9-B9A1-DE9F-F0AE02FA624A}"/>
              </a:ext>
            </a:extLst>
          </p:cNvPr>
          <p:cNvSpPr>
            <a:spLocks noGrp="1"/>
          </p:cNvSpPr>
          <p:nvPr>
            <p:ph type="ctrTitle"/>
          </p:nvPr>
        </p:nvSpPr>
        <p:spPr>
          <a:xfrm>
            <a:off x="814282" y="1989088"/>
            <a:ext cx="10563436" cy="1371445"/>
          </a:xfrm>
          <a:prstGeom prst="rect">
            <a:avLst/>
          </a:prstGeom>
        </p:spPr>
        <p:txBody>
          <a:bodyPr lIns="0" tIns="0" rIns="0" bIns="0" anchor="b">
            <a:normAutofit/>
          </a:bodyPr>
          <a:lstStyle>
            <a:lvl1pPr algn="l">
              <a:defRPr sz="3600" b="1" i="0">
                <a:solidFill>
                  <a:schemeClr val="tx1"/>
                </a:solidFill>
                <a:latin typeface="Yu Gothic" panose="020B0400000000000000" pitchFamily="34" charset="-128"/>
                <a:ea typeface="Yu Gothic" panose="020B0400000000000000" pitchFamily="34" charset="-128"/>
              </a:defRPr>
            </a:lvl1pPr>
          </a:lstStyle>
          <a:p>
            <a:r>
              <a:rPr lang="ja-JP" altLang="en-US"/>
              <a:t>マスター タイトルの書式設定</a:t>
            </a:r>
            <a:endParaRPr lang="en-US" dirty="0"/>
          </a:p>
        </p:txBody>
      </p:sp>
      <p:sp>
        <p:nvSpPr>
          <p:cNvPr id="9" name="テキスト プレースホルダー 12">
            <a:extLst>
              <a:ext uri="{FF2B5EF4-FFF2-40B4-BE49-F238E27FC236}">
                <a16:creationId xmlns:a16="http://schemas.microsoft.com/office/drawing/2014/main" id="{29D54E6E-1773-8D06-C77B-021CFBABD032}"/>
              </a:ext>
            </a:extLst>
          </p:cNvPr>
          <p:cNvSpPr>
            <a:spLocks noGrp="1"/>
          </p:cNvSpPr>
          <p:nvPr>
            <p:ph type="body" sz="quarter" idx="15"/>
          </p:nvPr>
        </p:nvSpPr>
        <p:spPr>
          <a:xfrm>
            <a:off x="814282" y="3453206"/>
            <a:ext cx="10563436" cy="947344"/>
          </a:xfrm>
          <a:prstGeom prst="rect">
            <a:avLst/>
          </a:prstGeom>
        </p:spPr>
        <p:txBody>
          <a:bodyPr lIns="0" tIns="0" rIns="0" bIns="0">
            <a:noAutofit/>
          </a:bodyPr>
          <a:lstStyle>
            <a:lvl1pPr marL="0" indent="0">
              <a:buNone/>
              <a:defRPr sz="2400" b="0" i="0">
                <a:solidFill>
                  <a:schemeClr val="tx1"/>
                </a:solidFill>
                <a:latin typeface="Yu Gothic Medium" panose="020B0400000000000000" pitchFamily="34" charset="-128"/>
                <a:ea typeface="Yu Gothic Medium" panose="020B0400000000000000" pitchFamily="34" charset="-128"/>
              </a:defRPr>
            </a:lvl1pPr>
          </a:lstStyle>
          <a:p>
            <a:pPr lvl="0"/>
            <a:r>
              <a:rPr kumimoji="1" lang="ja-JP" altLang="en-US"/>
              <a:t>マスター テキストの書式設定</a:t>
            </a:r>
          </a:p>
        </p:txBody>
      </p:sp>
      <p:sp>
        <p:nvSpPr>
          <p:cNvPr id="4" name="テキスト プレースホルダー 12">
            <a:extLst>
              <a:ext uri="{FF2B5EF4-FFF2-40B4-BE49-F238E27FC236}">
                <a16:creationId xmlns:a16="http://schemas.microsoft.com/office/drawing/2014/main" id="{BD4282ED-D965-B46A-80DA-3E38FF314204}"/>
              </a:ext>
            </a:extLst>
          </p:cNvPr>
          <p:cNvSpPr>
            <a:spLocks noGrp="1"/>
          </p:cNvSpPr>
          <p:nvPr>
            <p:ph type="body" sz="quarter" idx="17"/>
          </p:nvPr>
        </p:nvSpPr>
        <p:spPr>
          <a:xfrm>
            <a:off x="814282" y="561890"/>
            <a:ext cx="8640000" cy="432000"/>
          </a:xfrm>
          <a:prstGeom prst="rect">
            <a:avLst/>
          </a:prstGeom>
        </p:spPr>
        <p:txBody>
          <a:bodyPr lIns="0" tIns="0" rIns="0" bIns="0">
            <a:noAutofit/>
          </a:bodyPr>
          <a:lstStyle>
            <a:lvl1pPr marL="0" indent="0">
              <a:buNone/>
              <a:defRPr sz="2400" b="1" i="0">
                <a:solidFill>
                  <a:schemeClr val="tx1"/>
                </a:solidFill>
                <a:latin typeface="Yu Gothic Medium" panose="020B0400000000000000" pitchFamily="34" charset="-128"/>
                <a:ea typeface="Yu Gothic Medium" panose="020B0400000000000000" pitchFamily="34" charset="-128"/>
              </a:defRPr>
            </a:lvl1pPr>
          </a:lstStyle>
          <a:p>
            <a:pPr lvl="0"/>
            <a:r>
              <a:rPr kumimoji="1" lang="ja-JP" altLang="en-US"/>
              <a:t>マスター テキストの書式設定</a:t>
            </a:r>
          </a:p>
        </p:txBody>
      </p:sp>
      <p:sp>
        <p:nvSpPr>
          <p:cNvPr id="11" name="テキスト プレースホルダー 12">
            <a:extLst>
              <a:ext uri="{FF2B5EF4-FFF2-40B4-BE49-F238E27FC236}">
                <a16:creationId xmlns:a16="http://schemas.microsoft.com/office/drawing/2014/main" id="{6314E59A-0CAF-2DAB-4693-C6DE9535EB15}"/>
              </a:ext>
            </a:extLst>
          </p:cNvPr>
          <p:cNvSpPr>
            <a:spLocks noGrp="1"/>
          </p:cNvSpPr>
          <p:nvPr>
            <p:ph type="body" sz="quarter" idx="13"/>
          </p:nvPr>
        </p:nvSpPr>
        <p:spPr>
          <a:xfrm>
            <a:off x="814282" y="5470206"/>
            <a:ext cx="10563436" cy="365125"/>
          </a:xfrm>
          <a:prstGeom prst="rect">
            <a:avLst/>
          </a:prstGeom>
        </p:spPr>
        <p:txBody>
          <a:bodyPr lIns="0" tIns="0" rIns="0" bIns="0">
            <a:noAutofit/>
          </a:bodyPr>
          <a:lstStyle>
            <a:lvl1pPr marL="0" indent="0">
              <a:buNone/>
              <a:defRPr sz="2400" b="0" i="0">
                <a:solidFill>
                  <a:schemeClr val="tx1"/>
                </a:solidFill>
                <a:latin typeface="Yu Gothic Medium" panose="020B0400000000000000" pitchFamily="34" charset="-128"/>
                <a:ea typeface="Yu Gothic Medium" panose="020B0400000000000000" pitchFamily="34" charset="-128"/>
              </a:defRPr>
            </a:lvl1pPr>
          </a:lstStyle>
          <a:p>
            <a:pPr lvl="0"/>
            <a:r>
              <a:rPr kumimoji="1" lang="ja-JP" altLang="en-US"/>
              <a:t>マスター テキストの書式設定</a:t>
            </a:r>
          </a:p>
        </p:txBody>
      </p:sp>
      <p:sp>
        <p:nvSpPr>
          <p:cNvPr id="12" name="テキスト プレースホルダー 12">
            <a:extLst>
              <a:ext uri="{FF2B5EF4-FFF2-40B4-BE49-F238E27FC236}">
                <a16:creationId xmlns:a16="http://schemas.microsoft.com/office/drawing/2014/main" id="{6E591835-68B3-9D26-89C9-893E7478E16E}"/>
              </a:ext>
            </a:extLst>
          </p:cNvPr>
          <p:cNvSpPr>
            <a:spLocks noGrp="1"/>
          </p:cNvSpPr>
          <p:nvPr>
            <p:ph type="body" sz="quarter" idx="14"/>
          </p:nvPr>
        </p:nvSpPr>
        <p:spPr>
          <a:xfrm>
            <a:off x="814282" y="5930984"/>
            <a:ext cx="10563436" cy="365125"/>
          </a:xfrm>
          <a:prstGeom prst="rect">
            <a:avLst/>
          </a:prstGeom>
        </p:spPr>
        <p:txBody>
          <a:bodyPr lIns="0" tIns="0" rIns="0" bIns="0">
            <a:noAutofit/>
          </a:bodyPr>
          <a:lstStyle>
            <a:lvl1pPr marL="0" indent="0">
              <a:buNone/>
              <a:defRPr sz="2400" b="0" i="0">
                <a:solidFill>
                  <a:schemeClr val="tx1"/>
                </a:solidFill>
                <a:latin typeface="Yu Gothic Medium" panose="020B0400000000000000" pitchFamily="34" charset="-128"/>
                <a:ea typeface="Yu Gothic Medium" panose="020B0400000000000000" pitchFamily="34" charset="-128"/>
              </a:defRPr>
            </a:lvl1pPr>
          </a:lstStyle>
          <a:p>
            <a:pPr lvl="0"/>
            <a:r>
              <a:rPr kumimoji="1" lang="ja-JP" altLang="en-US"/>
              <a:t>マスター テキストの書式設定</a:t>
            </a:r>
          </a:p>
        </p:txBody>
      </p:sp>
      <p:sp>
        <p:nvSpPr>
          <p:cNvPr id="13" name="テキスト プレースホルダー 12">
            <a:extLst>
              <a:ext uri="{FF2B5EF4-FFF2-40B4-BE49-F238E27FC236}">
                <a16:creationId xmlns:a16="http://schemas.microsoft.com/office/drawing/2014/main" id="{1A270D6C-5A9B-3E3E-52A8-4729CAA28CCD}"/>
              </a:ext>
            </a:extLst>
          </p:cNvPr>
          <p:cNvSpPr>
            <a:spLocks noGrp="1"/>
          </p:cNvSpPr>
          <p:nvPr>
            <p:ph type="body" sz="quarter" idx="18"/>
          </p:nvPr>
        </p:nvSpPr>
        <p:spPr>
          <a:xfrm>
            <a:off x="814282" y="5009428"/>
            <a:ext cx="10563436" cy="365125"/>
          </a:xfrm>
          <a:prstGeom prst="rect">
            <a:avLst/>
          </a:prstGeom>
        </p:spPr>
        <p:txBody>
          <a:bodyPr lIns="0" tIns="0" rIns="0" bIns="0">
            <a:noAutofit/>
          </a:bodyPr>
          <a:lstStyle>
            <a:lvl1pPr marL="0" indent="0">
              <a:buNone/>
              <a:defRPr sz="2400" b="0" i="0">
                <a:solidFill>
                  <a:schemeClr val="tx1"/>
                </a:solidFill>
                <a:latin typeface="Yu Gothic Medium" panose="020B0400000000000000" pitchFamily="34" charset="-128"/>
                <a:ea typeface="Yu Gothic Medium" panose="020B0400000000000000" pitchFamily="34" charset="-128"/>
              </a:defRPr>
            </a:lvl1pPr>
          </a:lstStyle>
          <a:p>
            <a:pPr lvl="0"/>
            <a:r>
              <a:rPr kumimoji="1" lang="ja-JP" altLang="en-US"/>
              <a:t>マスター テキストの書式設定</a:t>
            </a:r>
          </a:p>
        </p:txBody>
      </p:sp>
    </p:spTree>
    <p:extLst>
      <p:ext uri="{BB962C8B-B14F-4D97-AF65-F5344CB8AC3E}">
        <p14:creationId xmlns:p14="http://schemas.microsoft.com/office/powerpoint/2010/main" val="3870337893"/>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目次（企業理念）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Date Placeholder 3">
            <a:extLst>
              <a:ext uri="{FF2B5EF4-FFF2-40B4-BE49-F238E27FC236}">
                <a16:creationId xmlns:a16="http://schemas.microsoft.com/office/drawing/2014/main" id="{A3ADD520-9AEF-F30E-D910-19A35551EA38}"/>
              </a:ext>
            </a:extLst>
          </p:cNvPr>
          <p:cNvSpPr txBox="1">
            <a:spLocks/>
          </p:cNvSpPr>
          <p:nvPr userDrawn="1"/>
        </p:nvSpPr>
        <p:spPr>
          <a:xfrm>
            <a:off x="325402" y="6394865"/>
            <a:ext cx="2743200" cy="331932"/>
          </a:xfrm>
          <a:prstGeom prst="rect">
            <a:avLst/>
          </a:prstGeom>
        </p:spPr>
        <p:txBody>
          <a:bodyPr/>
          <a:lstStyle>
            <a:defPPr>
              <a:defRPr lang="en-US"/>
            </a:defPPr>
            <a:lvl1pPr marL="0" algn="l" defTabSz="304670" rtl="0" eaLnBrk="1" latinLnBrk="0" hangingPunct="1">
              <a:defRPr sz="20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pPr algn="l"/>
            <a:r>
              <a:rPr kumimoji="1" lang="en" altLang="ja-JP" sz="700" dirty="0">
                <a:solidFill>
                  <a:schemeClr val="tx1"/>
                </a:solidFill>
              </a:rPr>
              <a:t>ⓒ ITOCHU Techno-Solutions Corporation</a:t>
            </a:r>
            <a:endParaRPr kumimoji="1" lang="ja-JP" altLang="en-US" sz="700">
              <a:solidFill>
                <a:schemeClr val="tx1"/>
              </a:solidFill>
            </a:endParaRPr>
          </a:p>
        </p:txBody>
      </p:sp>
      <p:sp>
        <p:nvSpPr>
          <p:cNvPr id="10" name="Slide Number Placeholder 5">
            <a:extLst>
              <a:ext uri="{FF2B5EF4-FFF2-40B4-BE49-F238E27FC236}">
                <a16:creationId xmlns:a16="http://schemas.microsoft.com/office/drawing/2014/main" id="{C4B143FC-CABC-9641-1F86-03195F7275A0}"/>
              </a:ext>
            </a:extLst>
          </p:cNvPr>
          <p:cNvSpPr txBox="1">
            <a:spLocks/>
          </p:cNvSpPr>
          <p:nvPr userDrawn="1"/>
        </p:nvSpPr>
        <p:spPr>
          <a:xfrm>
            <a:off x="9133618" y="6326799"/>
            <a:ext cx="2743200" cy="299462"/>
          </a:xfrm>
          <a:prstGeom prst="rect">
            <a:avLst/>
          </a:prstGeom>
        </p:spPr>
        <p:txBody>
          <a:bodyPr anchor="b"/>
          <a:lstStyle>
            <a:defPPr>
              <a:defRPr lang="en-US"/>
            </a:defPPr>
            <a:lvl1pPr marL="0" algn="r" defTabSz="304670" rtl="0" eaLnBrk="1" latinLnBrk="0" hangingPunct="1">
              <a:defRPr sz="16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fld id="{F61D7DA0-AA9A-8342-BE3E-6EB34F8DE2BC}" type="slidenum">
              <a:rPr kumimoji="1" lang="ja-JP" altLang="en-US" sz="1600" smtClean="0">
                <a:solidFill>
                  <a:schemeClr val="tx1"/>
                </a:solidFill>
              </a:rPr>
              <a:pPr/>
              <a:t>‹#›</a:t>
            </a:fld>
            <a:endParaRPr kumimoji="1" lang="ja-JP" altLang="en-US" sz="1600">
              <a:solidFill>
                <a:schemeClr val="tx1"/>
              </a:solidFill>
            </a:endParaRPr>
          </a:p>
        </p:txBody>
      </p:sp>
      <p:sp>
        <p:nvSpPr>
          <p:cNvPr id="3" name="テキスト プレースホルダー 12">
            <a:extLst>
              <a:ext uri="{FF2B5EF4-FFF2-40B4-BE49-F238E27FC236}">
                <a16:creationId xmlns:a16="http://schemas.microsoft.com/office/drawing/2014/main" id="{999A443F-732A-B472-701F-E3FCA360DEE2}"/>
              </a:ext>
            </a:extLst>
          </p:cNvPr>
          <p:cNvSpPr>
            <a:spLocks noGrp="1"/>
          </p:cNvSpPr>
          <p:nvPr>
            <p:ph type="body" sz="quarter" idx="15" hasCustomPrompt="1"/>
          </p:nvPr>
        </p:nvSpPr>
        <p:spPr>
          <a:xfrm>
            <a:off x="814282" y="1736725"/>
            <a:ext cx="540000" cy="3125834"/>
          </a:xfrm>
          <a:prstGeom prst="rect">
            <a:avLst/>
          </a:prstGeom>
        </p:spPr>
        <p:txBody>
          <a:bodyPr lIns="0" tIns="0" rIns="0" bIns="0">
            <a:noAutofit/>
          </a:bodyPr>
          <a:lstStyle>
            <a:lvl1pPr marL="0" indent="0" defTabSz="479968">
              <a:buNone/>
              <a:defRPr sz="2400" b="1" i="0">
                <a:solidFill>
                  <a:schemeClr val="tx1"/>
                </a:solidFill>
                <a:latin typeface="Yu Gothic" panose="020B0400000000000000" pitchFamily="34" charset="-128"/>
                <a:ea typeface="Yu Gothic" panose="020B0400000000000000" pitchFamily="34" charset="-128"/>
              </a:defRPr>
            </a:lvl1pPr>
          </a:lstStyle>
          <a:p>
            <a:pPr lvl="0"/>
            <a:r>
              <a:rPr kumimoji="1" lang="en-US" altLang="ja-JP" dirty="0"/>
              <a:t>00</a:t>
            </a:r>
          </a:p>
          <a:p>
            <a:pPr lvl="0"/>
            <a:r>
              <a:rPr kumimoji="1" lang="en-US" altLang="ja-JP" dirty="0"/>
              <a:t>00</a:t>
            </a:r>
          </a:p>
          <a:p>
            <a:pPr lvl="0"/>
            <a:r>
              <a:rPr kumimoji="1" lang="en-US" altLang="ja-JP" dirty="0"/>
              <a:t>00</a:t>
            </a:r>
          </a:p>
          <a:p>
            <a:pPr lvl="0"/>
            <a:r>
              <a:rPr kumimoji="1" lang="en-US" altLang="ja-JP" dirty="0"/>
              <a:t>00</a:t>
            </a:r>
          </a:p>
          <a:p>
            <a:pPr lvl="0"/>
            <a:r>
              <a:rPr kumimoji="1" lang="en-US" altLang="ja-JP" dirty="0"/>
              <a:t>00</a:t>
            </a:r>
          </a:p>
          <a:p>
            <a:pPr lvl="0"/>
            <a:r>
              <a:rPr kumimoji="1" lang="en-US" altLang="ja-JP" dirty="0"/>
              <a:t>00</a:t>
            </a:r>
          </a:p>
        </p:txBody>
      </p:sp>
      <p:sp>
        <p:nvSpPr>
          <p:cNvPr id="4" name="テキスト プレースホルダー 12">
            <a:extLst>
              <a:ext uri="{FF2B5EF4-FFF2-40B4-BE49-F238E27FC236}">
                <a16:creationId xmlns:a16="http://schemas.microsoft.com/office/drawing/2014/main" id="{F23E55FC-F091-22F3-23B3-53139762959B}"/>
              </a:ext>
            </a:extLst>
          </p:cNvPr>
          <p:cNvSpPr>
            <a:spLocks noGrp="1"/>
          </p:cNvSpPr>
          <p:nvPr>
            <p:ph type="body" sz="quarter" idx="17"/>
          </p:nvPr>
        </p:nvSpPr>
        <p:spPr>
          <a:xfrm>
            <a:off x="1396791" y="1736725"/>
            <a:ext cx="7012467" cy="3125834"/>
          </a:xfrm>
          <a:prstGeom prst="rect">
            <a:avLst/>
          </a:prstGeom>
        </p:spPr>
        <p:txBody>
          <a:bodyPr lIns="0" tIns="0" rIns="0" bIns="0">
            <a:noAutofit/>
          </a:bodyPr>
          <a:lstStyle>
            <a:lvl1pPr marL="0" indent="0" defTabSz="479968">
              <a:buNone/>
              <a:defRPr sz="2400" b="0" i="0">
                <a:solidFill>
                  <a:schemeClr val="tx1"/>
                </a:solidFill>
                <a:latin typeface="Yu Gothic Medium" panose="020B0400000000000000" pitchFamily="34" charset="-128"/>
                <a:ea typeface="Yu Gothic Medium" panose="020B0400000000000000" pitchFamily="34" charset="-128"/>
              </a:defRPr>
            </a:lvl1pPr>
          </a:lstStyle>
          <a:p>
            <a:pPr lvl="0"/>
            <a:r>
              <a:rPr kumimoji="1" lang="ja-JP" altLang="en-US"/>
              <a:t>マスター テキストの書式設定</a:t>
            </a:r>
            <a:endParaRPr kumimoji="1" lang="en-US" altLang="ja-JP" dirty="0"/>
          </a:p>
          <a:p>
            <a:pPr lvl="0"/>
            <a:r>
              <a:rPr kumimoji="1" lang="ja-JP" altLang="en-US"/>
              <a:t>マスター テキストの書式設定</a:t>
            </a:r>
            <a:endParaRPr kumimoji="1" lang="en-US" altLang="ja-JP" dirty="0"/>
          </a:p>
          <a:p>
            <a:pPr lvl="0"/>
            <a:r>
              <a:rPr kumimoji="1" lang="ja-JP" altLang="en-US"/>
              <a:t>マスター テキストの書式設定</a:t>
            </a:r>
            <a:endParaRPr kumimoji="1" lang="en-US" altLang="ja-JP" dirty="0"/>
          </a:p>
          <a:p>
            <a:pPr lvl="0"/>
            <a:r>
              <a:rPr kumimoji="1" lang="ja-JP" altLang="en-US"/>
              <a:t>マスター テキストの書式設定</a:t>
            </a:r>
            <a:endParaRPr kumimoji="1" lang="en-US" altLang="ja-JP" dirty="0"/>
          </a:p>
          <a:p>
            <a:pPr lvl="0"/>
            <a:r>
              <a:rPr kumimoji="1" lang="ja-JP" altLang="en-US"/>
              <a:t>マスター テキストの書式設定</a:t>
            </a:r>
            <a:endParaRPr kumimoji="1" lang="en-US" altLang="ja-JP" dirty="0"/>
          </a:p>
          <a:p>
            <a:pPr lvl="0"/>
            <a:r>
              <a:rPr kumimoji="1" lang="ja-JP" altLang="en-US"/>
              <a:t>マスター テキストの書式設定</a:t>
            </a:r>
            <a:endParaRPr kumimoji="1" lang="en-US" altLang="ja-JP" dirty="0"/>
          </a:p>
        </p:txBody>
      </p:sp>
      <p:sp>
        <p:nvSpPr>
          <p:cNvPr id="5" name="テキスト プレースホルダー 12">
            <a:extLst>
              <a:ext uri="{FF2B5EF4-FFF2-40B4-BE49-F238E27FC236}">
                <a16:creationId xmlns:a16="http://schemas.microsoft.com/office/drawing/2014/main" id="{4E88E872-8C86-3C88-BB97-1E92BAB7AC05}"/>
              </a:ext>
            </a:extLst>
          </p:cNvPr>
          <p:cNvSpPr>
            <a:spLocks noGrp="1"/>
          </p:cNvSpPr>
          <p:nvPr>
            <p:ph type="body" sz="quarter" idx="18" hasCustomPrompt="1"/>
          </p:nvPr>
        </p:nvSpPr>
        <p:spPr>
          <a:xfrm>
            <a:off x="397516" y="345421"/>
            <a:ext cx="9360000" cy="432000"/>
          </a:xfrm>
          <a:prstGeom prst="rect">
            <a:avLst/>
          </a:prstGeom>
        </p:spPr>
        <p:txBody>
          <a:bodyPr lIns="0" tIns="0" rIns="0" bIns="0">
            <a:noAutofit/>
          </a:bodyPr>
          <a:lstStyle>
            <a:lvl1pPr marL="0" indent="0">
              <a:buNone/>
              <a:defRPr sz="2800" b="1" i="0">
                <a:solidFill>
                  <a:schemeClr val="tx1"/>
                </a:solidFill>
                <a:latin typeface="Yu Gothic" panose="020B0400000000000000" pitchFamily="34" charset="-128"/>
                <a:ea typeface="Yu Gothic" panose="020B0400000000000000" pitchFamily="34" charset="-128"/>
              </a:defRPr>
            </a:lvl1pPr>
          </a:lstStyle>
          <a:p>
            <a:pPr lvl="0"/>
            <a:r>
              <a:rPr kumimoji="1" lang="ja-JP" altLang="en-US"/>
              <a:t>目次</a:t>
            </a:r>
          </a:p>
        </p:txBody>
      </p:sp>
    </p:spTree>
    <p:extLst>
      <p:ext uri="{BB962C8B-B14F-4D97-AF65-F5344CB8AC3E}">
        <p14:creationId xmlns:p14="http://schemas.microsoft.com/office/powerpoint/2010/main" val="88194013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目次（企業理念）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CC2C234E-23B9-AB4F-A0B5-11C593FB342A}"/>
              </a:ext>
            </a:extLst>
          </p:cNvPr>
          <p:cNvSpPr txBox="1">
            <a:spLocks/>
          </p:cNvSpPr>
          <p:nvPr userDrawn="1"/>
        </p:nvSpPr>
        <p:spPr>
          <a:xfrm>
            <a:off x="325402" y="6394865"/>
            <a:ext cx="2743200" cy="331932"/>
          </a:xfrm>
          <a:prstGeom prst="rect">
            <a:avLst/>
          </a:prstGeom>
        </p:spPr>
        <p:txBody>
          <a:bodyPr/>
          <a:lstStyle>
            <a:defPPr>
              <a:defRPr lang="en-US"/>
            </a:defPPr>
            <a:lvl1pPr marL="0" algn="l" defTabSz="304670" rtl="0" eaLnBrk="1" latinLnBrk="0" hangingPunct="1">
              <a:defRPr sz="20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pPr algn="l"/>
            <a:r>
              <a:rPr kumimoji="1" lang="en" altLang="ja-JP" sz="700" dirty="0">
                <a:solidFill>
                  <a:schemeClr val="bg1"/>
                </a:solidFill>
              </a:rPr>
              <a:t>ⓒ ITOCHU Techno-Solutions Corporation</a:t>
            </a:r>
            <a:endParaRPr kumimoji="1" lang="ja-JP" altLang="en-US" sz="700">
              <a:solidFill>
                <a:schemeClr val="bg1"/>
              </a:solidFill>
            </a:endParaRPr>
          </a:p>
        </p:txBody>
      </p:sp>
      <p:sp>
        <p:nvSpPr>
          <p:cNvPr id="9" name="Slide Number Placeholder 5">
            <a:extLst>
              <a:ext uri="{FF2B5EF4-FFF2-40B4-BE49-F238E27FC236}">
                <a16:creationId xmlns:a16="http://schemas.microsoft.com/office/drawing/2014/main" id="{8F61ADE4-85D5-36C8-C2C1-AA21AB24716A}"/>
              </a:ext>
            </a:extLst>
          </p:cNvPr>
          <p:cNvSpPr txBox="1">
            <a:spLocks/>
          </p:cNvSpPr>
          <p:nvPr userDrawn="1"/>
        </p:nvSpPr>
        <p:spPr>
          <a:xfrm>
            <a:off x="9133618" y="6326799"/>
            <a:ext cx="2743200" cy="299462"/>
          </a:xfrm>
          <a:prstGeom prst="rect">
            <a:avLst/>
          </a:prstGeom>
        </p:spPr>
        <p:txBody>
          <a:bodyPr anchor="b"/>
          <a:lstStyle>
            <a:defPPr>
              <a:defRPr lang="en-US"/>
            </a:defPPr>
            <a:lvl1pPr marL="0" algn="r" defTabSz="304670" rtl="0" eaLnBrk="1" latinLnBrk="0" hangingPunct="1">
              <a:defRPr sz="16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fld id="{F61D7DA0-AA9A-8342-BE3E-6EB34F8DE2BC}" type="slidenum">
              <a:rPr kumimoji="1" lang="ja-JP" altLang="en-US" sz="1600" smtClean="0">
                <a:solidFill>
                  <a:schemeClr val="bg1"/>
                </a:solidFill>
              </a:rPr>
              <a:pPr/>
              <a:t>‹#›</a:t>
            </a:fld>
            <a:endParaRPr kumimoji="1" lang="ja-JP" altLang="en-US" sz="1600">
              <a:solidFill>
                <a:schemeClr val="bg1"/>
              </a:solidFill>
            </a:endParaRPr>
          </a:p>
        </p:txBody>
      </p:sp>
      <p:sp>
        <p:nvSpPr>
          <p:cNvPr id="2" name="テキスト プレースホルダー 12">
            <a:extLst>
              <a:ext uri="{FF2B5EF4-FFF2-40B4-BE49-F238E27FC236}">
                <a16:creationId xmlns:a16="http://schemas.microsoft.com/office/drawing/2014/main" id="{BF4564B1-73E3-2149-E676-44CC68A8FC24}"/>
              </a:ext>
            </a:extLst>
          </p:cNvPr>
          <p:cNvSpPr>
            <a:spLocks noGrp="1"/>
          </p:cNvSpPr>
          <p:nvPr>
            <p:ph type="body" sz="quarter" idx="18" hasCustomPrompt="1"/>
          </p:nvPr>
        </p:nvSpPr>
        <p:spPr>
          <a:xfrm>
            <a:off x="397517" y="345422"/>
            <a:ext cx="9058403" cy="365125"/>
          </a:xfrm>
          <a:prstGeom prst="rect">
            <a:avLst/>
          </a:prstGeom>
        </p:spPr>
        <p:txBody>
          <a:bodyPr lIns="0" tIns="0" rIns="0" bIns="0">
            <a:noAutofit/>
          </a:bodyPr>
          <a:lstStyle>
            <a:lvl1pPr marL="0" indent="0">
              <a:buNone/>
              <a:defRPr sz="2800" b="1" i="0">
                <a:solidFill>
                  <a:schemeClr val="bg1"/>
                </a:solidFill>
                <a:latin typeface="Yu Gothic" panose="020B0400000000000000" pitchFamily="34" charset="-128"/>
                <a:ea typeface="Yu Gothic" panose="020B0400000000000000" pitchFamily="34" charset="-128"/>
              </a:defRPr>
            </a:lvl1pPr>
          </a:lstStyle>
          <a:p>
            <a:pPr lvl="0"/>
            <a:r>
              <a:rPr kumimoji="1" lang="ja-JP" altLang="en-US"/>
              <a:t>目次</a:t>
            </a:r>
          </a:p>
        </p:txBody>
      </p:sp>
      <p:sp>
        <p:nvSpPr>
          <p:cNvPr id="3" name="テキスト プレースホルダー 12">
            <a:extLst>
              <a:ext uri="{FF2B5EF4-FFF2-40B4-BE49-F238E27FC236}">
                <a16:creationId xmlns:a16="http://schemas.microsoft.com/office/drawing/2014/main" id="{CB6DDB17-CFBB-C65C-9369-6C1162B39D07}"/>
              </a:ext>
            </a:extLst>
          </p:cNvPr>
          <p:cNvSpPr>
            <a:spLocks noGrp="1"/>
          </p:cNvSpPr>
          <p:nvPr>
            <p:ph type="body" sz="quarter" idx="15" hasCustomPrompt="1"/>
          </p:nvPr>
        </p:nvSpPr>
        <p:spPr>
          <a:xfrm>
            <a:off x="814282" y="1736725"/>
            <a:ext cx="540000" cy="3125834"/>
          </a:xfrm>
          <a:prstGeom prst="rect">
            <a:avLst/>
          </a:prstGeom>
        </p:spPr>
        <p:txBody>
          <a:bodyPr lIns="0" tIns="0" rIns="0" bIns="0">
            <a:noAutofit/>
          </a:bodyPr>
          <a:lstStyle>
            <a:lvl1pPr marL="0" indent="0" defTabSz="479968">
              <a:buNone/>
              <a:defRPr sz="2400" b="1" i="0">
                <a:solidFill>
                  <a:schemeClr val="bg1"/>
                </a:solidFill>
                <a:latin typeface="Yu Gothic" panose="020B0400000000000000" pitchFamily="34" charset="-128"/>
                <a:ea typeface="Yu Gothic" panose="020B0400000000000000" pitchFamily="34" charset="-128"/>
              </a:defRPr>
            </a:lvl1pPr>
          </a:lstStyle>
          <a:p>
            <a:pPr lvl="0"/>
            <a:r>
              <a:rPr kumimoji="1" lang="en-US" altLang="ja-JP" dirty="0"/>
              <a:t>00</a:t>
            </a:r>
          </a:p>
          <a:p>
            <a:pPr lvl="0"/>
            <a:r>
              <a:rPr kumimoji="1" lang="en-US" altLang="ja-JP" dirty="0"/>
              <a:t>00</a:t>
            </a:r>
          </a:p>
          <a:p>
            <a:pPr lvl="0"/>
            <a:r>
              <a:rPr kumimoji="1" lang="en-US" altLang="ja-JP" dirty="0"/>
              <a:t>00</a:t>
            </a:r>
          </a:p>
          <a:p>
            <a:pPr lvl="0"/>
            <a:r>
              <a:rPr kumimoji="1" lang="en-US" altLang="ja-JP" dirty="0"/>
              <a:t>00</a:t>
            </a:r>
          </a:p>
          <a:p>
            <a:pPr lvl="0"/>
            <a:r>
              <a:rPr kumimoji="1" lang="en-US" altLang="ja-JP" dirty="0"/>
              <a:t>00</a:t>
            </a:r>
          </a:p>
          <a:p>
            <a:pPr lvl="0"/>
            <a:r>
              <a:rPr kumimoji="1" lang="en-US" altLang="ja-JP" dirty="0"/>
              <a:t>00</a:t>
            </a:r>
          </a:p>
        </p:txBody>
      </p:sp>
      <p:sp>
        <p:nvSpPr>
          <p:cNvPr id="4" name="テキスト プレースホルダー 12">
            <a:extLst>
              <a:ext uri="{FF2B5EF4-FFF2-40B4-BE49-F238E27FC236}">
                <a16:creationId xmlns:a16="http://schemas.microsoft.com/office/drawing/2014/main" id="{6E7DE52F-B88B-D6A3-999C-58FC2FDF0CD6}"/>
              </a:ext>
            </a:extLst>
          </p:cNvPr>
          <p:cNvSpPr>
            <a:spLocks noGrp="1"/>
          </p:cNvSpPr>
          <p:nvPr>
            <p:ph type="body" sz="quarter" idx="17"/>
          </p:nvPr>
        </p:nvSpPr>
        <p:spPr>
          <a:xfrm>
            <a:off x="1396791" y="1736725"/>
            <a:ext cx="7012467" cy="3125834"/>
          </a:xfrm>
          <a:prstGeom prst="rect">
            <a:avLst/>
          </a:prstGeom>
        </p:spPr>
        <p:txBody>
          <a:bodyPr lIns="0" tIns="0" rIns="0" bIns="0">
            <a:noAutofit/>
          </a:bodyPr>
          <a:lstStyle>
            <a:lvl1pPr marL="0" indent="0" defTabSz="479968">
              <a:buNone/>
              <a:defRPr sz="2400" b="0" i="0">
                <a:solidFill>
                  <a:schemeClr val="bg1"/>
                </a:solidFill>
                <a:latin typeface="Yu Gothic Medium" panose="020B0400000000000000" pitchFamily="34" charset="-128"/>
                <a:ea typeface="Yu Gothic Medium" panose="020B0400000000000000" pitchFamily="34" charset="-128"/>
              </a:defRPr>
            </a:lvl1pPr>
          </a:lstStyle>
          <a:p>
            <a:pPr lvl="0"/>
            <a:r>
              <a:rPr kumimoji="1" lang="ja-JP" altLang="en-US"/>
              <a:t>マスター テキストの書式設定</a:t>
            </a:r>
            <a:endParaRPr kumimoji="1" lang="en-US" altLang="ja-JP" dirty="0"/>
          </a:p>
          <a:p>
            <a:pPr lvl="0"/>
            <a:r>
              <a:rPr kumimoji="1" lang="ja-JP" altLang="en-US"/>
              <a:t>マスター テキストの書式設定</a:t>
            </a:r>
            <a:endParaRPr kumimoji="1" lang="en-US" altLang="ja-JP" dirty="0"/>
          </a:p>
          <a:p>
            <a:pPr lvl="0"/>
            <a:r>
              <a:rPr kumimoji="1" lang="ja-JP" altLang="en-US"/>
              <a:t>マスター テキストの書式設定</a:t>
            </a:r>
            <a:endParaRPr kumimoji="1" lang="en-US" altLang="ja-JP" dirty="0"/>
          </a:p>
          <a:p>
            <a:pPr lvl="0"/>
            <a:r>
              <a:rPr kumimoji="1" lang="ja-JP" altLang="en-US"/>
              <a:t>マスター テキストの書式設定</a:t>
            </a:r>
            <a:endParaRPr kumimoji="1" lang="en-US" altLang="ja-JP" dirty="0"/>
          </a:p>
          <a:p>
            <a:pPr lvl="0"/>
            <a:r>
              <a:rPr kumimoji="1" lang="ja-JP" altLang="en-US"/>
              <a:t>マスター テキストの書式設定</a:t>
            </a:r>
            <a:endParaRPr kumimoji="1" lang="en-US" altLang="ja-JP" dirty="0"/>
          </a:p>
          <a:p>
            <a:pPr lvl="0"/>
            <a:r>
              <a:rPr kumimoji="1" lang="ja-JP" altLang="en-US"/>
              <a:t>マスター テキストの書式設定</a:t>
            </a:r>
            <a:endParaRPr kumimoji="1" lang="en-US" altLang="ja-JP" dirty="0"/>
          </a:p>
        </p:txBody>
      </p:sp>
    </p:spTree>
    <p:extLst>
      <p:ext uri="{BB962C8B-B14F-4D97-AF65-F5344CB8AC3E}">
        <p14:creationId xmlns:p14="http://schemas.microsoft.com/office/powerpoint/2010/main" val="151081591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目次（企業理念）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425A2F9F-AB80-7D4D-2D23-DA88102D55B6}"/>
              </a:ext>
            </a:extLst>
          </p:cNvPr>
          <p:cNvSpPr txBox="1">
            <a:spLocks/>
          </p:cNvSpPr>
          <p:nvPr userDrawn="1"/>
        </p:nvSpPr>
        <p:spPr>
          <a:xfrm>
            <a:off x="325402" y="6394865"/>
            <a:ext cx="2743200" cy="331932"/>
          </a:xfrm>
          <a:prstGeom prst="rect">
            <a:avLst/>
          </a:prstGeom>
        </p:spPr>
        <p:txBody>
          <a:bodyPr/>
          <a:lstStyle>
            <a:defPPr>
              <a:defRPr lang="en-US"/>
            </a:defPPr>
            <a:lvl1pPr marL="0" algn="l" defTabSz="304670" rtl="0" eaLnBrk="1" latinLnBrk="0" hangingPunct="1">
              <a:defRPr sz="20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pPr algn="l"/>
            <a:r>
              <a:rPr kumimoji="1" lang="en" altLang="ja-JP" sz="700" dirty="0">
                <a:solidFill>
                  <a:schemeClr val="tx1"/>
                </a:solidFill>
              </a:rPr>
              <a:t>ⓒ ITOCHU Techno-Solutions Corporation</a:t>
            </a:r>
            <a:endParaRPr kumimoji="1" lang="ja-JP" altLang="en-US" sz="700">
              <a:solidFill>
                <a:schemeClr val="tx1"/>
              </a:solidFill>
            </a:endParaRPr>
          </a:p>
        </p:txBody>
      </p:sp>
      <p:sp>
        <p:nvSpPr>
          <p:cNvPr id="9" name="Slide Number Placeholder 5">
            <a:extLst>
              <a:ext uri="{FF2B5EF4-FFF2-40B4-BE49-F238E27FC236}">
                <a16:creationId xmlns:a16="http://schemas.microsoft.com/office/drawing/2014/main" id="{2301DB65-2212-2889-FD86-2DBE4A1E2F84}"/>
              </a:ext>
            </a:extLst>
          </p:cNvPr>
          <p:cNvSpPr txBox="1">
            <a:spLocks/>
          </p:cNvSpPr>
          <p:nvPr userDrawn="1"/>
        </p:nvSpPr>
        <p:spPr>
          <a:xfrm>
            <a:off x="9133618" y="6326799"/>
            <a:ext cx="2743200" cy="299462"/>
          </a:xfrm>
          <a:prstGeom prst="rect">
            <a:avLst/>
          </a:prstGeom>
        </p:spPr>
        <p:txBody>
          <a:bodyPr anchor="b"/>
          <a:lstStyle>
            <a:defPPr>
              <a:defRPr lang="en-US"/>
            </a:defPPr>
            <a:lvl1pPr marL="0" algn="r" defTabSz="304670" rtl="0" eaLnBrk="1" latinLnBrk="0" hangingPunct="1">
              <a:defRPr sz="16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fld id="{F61D7DA0-AA9A-8342-BE3E-6EB34F8DE2BC}" type="slidenum">
              <a:rPr kumimoji="1" lang="ja-JP" altLang="en-US" sz="1600" smtClean="0">
                <a:solidFill>
                  <a:schemeClr val="tx1"/>
                </a:solidFill>
              </a:rPr>
              <a:pPr/>
              <a:t>‹#›</a:t>
            </a:fld>
            <a:endParaRPr kumimoji="1" lang="ja-JP" altLang="en-US" sz="1600">
              <a:solidFill>
                <a:schemeClr val="tx1"/>
              </a:solidFill>
            </a:endParaRPr>
          </a:p>
        </p:txBody>
      </p:sp>
      <p:sp>
        <p:nvSpPr>
          <p:cNvPr id="10" name="テキスト プレースホルダー 12">
            <a:extLst>
              <a:ext uri="{FF2B5EF4-FFF2-40B4-BE49-F238E27FC236}">
                <a16:creationId xmlns:a16="http://schemas.microsoft.com/office/drawing/2014/main" id="{1786E8C9-D751-0011-62AC-F0CE8288FB88}"/>
              </a:ext>
            </a:extLst>
          </p:cNvPr>
          <p:cNvSpPr>
            <a:spLocks noGrp="1"/>
          </p:cNvSpPr>
          <p:nvPr>
            <p:ph type="body" sz="quarter" idx="17" hasCustomPrompt="1"/>
          </p:nvPr>
        </p:nvSpPr>
        <p:spPr>
          <a:xfrm>
            <a:off x="814282" y="1736726"/>
            <a:ext cx="468000" cy="663575"/>
          </a:xfrm>
          <a:prstGeom prst="rect">
            <a:avLst/>
          </a:prstGeom>
        </p:spPr>
        <p:txBody>
          <a:bodyPr lIns="0" tIns="0" rIns="0" bIns="0">
            <a:noAutofit/>
          </a:bodyPr>
          <a:lstStyle>
            <a:lvl1pPr marL="0" indent="0" defTabSz="479968">
              <a:buNone/>
              <a:defRPr sz="2400" b="1" i="0">
                <a:solidFill>
                  <a:schemeClr val="tx1"/>
                </a:solidFill>
                <a:latin typeface="Yu Gothic" panose="020B0400000000000000" pitchFamily="34" charset="-128"/>
                <a:ea typeface="Yu Gothic" panose="020B0400000000000000" pitchFamily="34" charset="-128"/>
              </a:defRPr>
            </a:lvl1pPr>
          </a:lstStyle>
          <a:p>
            <a:pPr lvl="0"/>
            <a:r>
              <a:rPr kumimoji="1" lang="en-US" altLang="ja-JP" dirty="0"/>
              <a:t>00</a:t>
            </a:r>
          </a:p>
        </p:txBody>
      </p:sp>
      <p:sp>
        <p:nvSpPr>
          <p:cNvPr id="11" name="テキスト プレースホルダー 12">
            <a:extLst>
              <a:ext uri="{FF2B5EF4-FFF2-40B4-BE49-F238E27FC236}">
                <a16:creationId xmlns:a16="http://schemas.microsoft.com/office/drawing/2014/main" id="{82FC59AF-9ED9-93ED-9DFF-56990EABC530}"/>
              </a:ext>
            </a:extLst>
          </p:cNvPr>
          <p:cNvSpPr>
            <a:spLocks noGrp="1"/>
          </p:cNvSpPr>
          <p:nvPr>
            <p:ph type="body" sz="quarter" idx="18"/>
          </p:nvPr>
        </p:nvSpPr>
        <p:spPr>
          <a:xfrm>
            <a:off x="1301001" y="1736726"/>
            <a:ext cx="4571687" cy="663575"/>
          </a:xfrm>
          <a:prstGeom prst="rect">
            <a:avLst/>
          </a:prstGeom>
        </p:spPr>
        <p:txBody>
          <a:bodyPr lIns="0" tIns="0" rIns="0" bIns="0">
            <a:noAutofit/>
          </a:bodyPr>
          <a:lstStyle>
            <a:lvl1pPr marL="0" indent="0" defTabSz="479968">
              <a:buNone/>
              <a:defRPr sz="2400" b="0" i="0">
                <a:solidFill>
                  <a:schemeClr val="tx1"/>
                </a:solidFill>
                <a:latin typeface="Yu Gothic Medium" panose="020B0400000000000000" pitchFamily="34" charset="-128"/>
                <a:ea typeface="Yu Gothic Medium" panose="020B0400000000000000" pitchFamily="34" charset="-128"/>
              </a:defRPr>
            </a:lvl1pPr>
          </a:lstStyle>
          <a:p>
            <a:pPr lvl="0"/>
            <a:r>
              <a:rPr kumimoji="1" lang="ja-JP" altLang="en-US"/>
              <a:t>マスター テキストの書式設定</a:t>
            </a:r>
            <a:endParaRPr kumimoji="1" lang="en-US" altLang="ja-JP" dirty="0"/>
          </a:p>
        </p:txBody>
      </p:sp>
      <p:sp>
        <p:nvSpPr>
          <p:cNvPr id="12" name="テキスト プレースホルダー 12">
            <a:extLst>
              <a:ext uri="{FF2B5EF4-FFF2-40B4-BE49-F238E27FC236}">
                <a16:creationId xmlns:a16="http://schemas.microsoft.com/office/drawing/2014/main" id="{BDF3DB80-CAAA-E895-D0AB-0C9C3B50307A}"/>
              </a:ext>
            </a:extLst>
          </p:cNvPr>
          <p:cNvSpPr>
            <a:spLocks noGrp="1"/>
          </p:cNvSpPr>
          <p:nvPr>
            <p:ph type="body" sz="quarter" idx="19" hasCustomPrompt="1"/>
          </p:nvPr>
        </p:nvSpPr>
        <p:spPr>
          <a:xfrm>
            <a:off x="814282" y="2659773"/>
            <a:ext cx="468000" cy="663575"/>
          </a:xfrm>
          <a:prstGeom prst="rect">
            <a:avLst/>
          </a:prstGeom>
        </p:spPr>
        <p:txBody>
          <a:bodyPr lIns="0" tIns="0" rIns="0" bIns="0">
            <a:noAutofit/>
          </a:bodyPr>
          <a:lstStyle>
            <a:lvl1pPr marL="0" indent="0" defTabSz="479968">
              <a:buNone/>
              <a:defRPr sz="2400" b="1" i="0">
                <a:solidFill>
                  <a:schemeClr val="tx1"/>
                </a:solidFill>
                <a:latin typeface="Yu Gothic" panose="020B0400000000000000" pitchFamily="34" charset="-128"/>
                <a:ea typeface="Yu Gothic" panose="020B0400000000000000" pitchFamily="34" charset="-128"/>
              </a:defRPr>
            </a:lvl1pPr>
          </a:lstStyle>
          <a:p>
            <a:pPr lvl="0"/>
            <a:r>
              <a:rPr kumimoji="1" lang="en-US" altLang="ja-JP" dirty="0"/>
              <a:t>00</a:t>
            </a:r>
          </a:p>
        </p:txBody>
      </p:sp>
      <p:sp>
        <p:nvSpPr>
          <p:cNvPr id="13" name="テキスト プレースホルダー 12">
            <a:extLst>
              <a:ext uri="{FF2B5EF4-FFF2-40B4-BE49-F238E27FC236}">
                <a16:creationId xmlns:a16="http://schemas.microsoft.com/office/drawing/2014/main" id="{9369971E-F926-6994-FA0B-43A0F3AE2907}"/>
              </a:ext>
            </a:extLst>
          </p:cNvPr>
          <p:cNvSpPr>
            <a:spLocks noGrp="1"/>
          </p:cNvSpPr>
          <p:nvPr>
            <p:ph type="body" sz="quarter" idx="20"/>
          </p:nvPr>
        </p:nvSpPr>
        <p:spPr>
          <a:xfrm>
            <a:off x="1301001" y="2659773"/>
            <a:ext cx="4571687" cy="663575"/>
          </a:xfrm>
          <a:prstGeom prst="rect">
            <a:avLst/>
          </a:prstGeom>
        </p:spPr>
        <p:txBody>
          <a:bodyPr lIns="0" tIns="0" rIns="0" bIns="0">
            <a:noAutofit/>
          </a:bodyPr>
          <a:lstStyle>
            <a:lvl1pPr marL="0" indent="0" defTabSz="479968">
              <a:buNone/>
              <a:defRPr sz="2400" b="0" i="0">
                <a:solidFill>
                  <a:schemeClr val="tx1"/>
                </a:solidFill>
                <a:latin typeface="Yu Gothic Medium" panose="020B0400000000000000" pitchFamily="34" charset="-128"/>
                <a:ea typeface="Yu Gothic Medium" panose="020B0400000000000000" pitchFamily="34" charset="-128"/>
              </a:defRPr>
            </a:lvl1pPr>
          </a:lstStyle>
          <a:p>
            <a:pPr lvl="0"/>
            <a:r>
              <a:rPr kumimoji="1" lang="ja-JP" altLang="en-US"/>
              <a:t>マスター テキストの書式設定</a:t>
            </a:r>
            <a:endParaRPr kumimoji="1" lang="en-US" altLang="ja-JP" dirty="0"/>
          </a:p>
        </p:txBody>
      </p:sp>
      <p:sp>
        <p:nvSpPr>
          <p:cNvPr id="14" name="テキスト プレースホルダー 12">
            <a:extLst>
              <a:ext uri="{FF2B5EF4-FFF2-40B4-BE49-F238E27FC236}">
                <a16:creationId xmlns:a16="http://schemas.microsoft.com/office/drawing/2014/main" id="{7DFF3C0D-9761-942D-2286-DCA80CDED25B}"/>
              </a:ext>
            </a:extLst>
          </p:cNvPr>
          <p:cNvSpPr>
            <a:spLocks noGrp="1"/>
          </p:cNvSpPr>
          <p:nvPr>
            <p:ph type="body" sz="quarter" idx="21" hasCustomPrompt="1"/>
          </p:nvPr>
        </p:nvSpPr>
        <p:spPr>
          <a:xfrm>
            <a:off x="814282" y="3569588"/>
            <a:ext cx="468000" cy="663575"/>
          </a:xfrm>
          <a:prstGeom prst="rect">
            <a:avLst/>
          </a:prstGeom>
        </p:spPr>
        <p:txBody>
          <a:bodyPr lIns="0" tIns="0" rIns="0" bIns="0">
            <a:noAutofit/>
          </a:bodyPr>
          <a:lstStyle>
            <a:lvl1pPr marL="0" indent="0" defTabSz="479968">
              <a:buNone/>
              <a:defRPr sz="2400" b="1" i="0">
                <a:solidFill>
                  <a:schemeClr val="tx1"/>
                </a:solidFill>
                <a:latin typeface="Yu Gothic" panose="020B0400000000000000" pitchFamily="34" charset="-128"/>
                <a:ea typeface="Yu Gothic" panose="020B0400000000000000" pitchFamily="34" charset="-128"/>
              </a:defRPr>
            </a:lvl1pPr>
          </a:lstStyle>
          <a:p>
            <a:pPr lvl="0"/>
            <a:r>
              <a:rPr kumimoji="1" lang="en-US" altLang="ja-JP" dirty="0"/>
              <a:t>00</a:t>
            </a:r>
          </a:p>
        </p:txBody>
      </p:sp>
      <p:sp>
        <p:nvSpPr>
          <p:cNvPr id="15" name="テキスト プレースホルダー 12">
            <a:extLst>
              <a:ext uri="{FF2B5EF4-FFF2-40B4-BE49-F238E27FC236}">
                <a16:creationId xmlns:a16="http://schemas.microsoft.com/office/drawing/2014/main" id="{ACDA0708-9EFA-1C85-16D9-D5F3ED49B9C2}"/>
              </a:ext>
            </a:extLst>
          </p:cNvPr>
          <p:cNvSpPr>
            <a:spLocks noGrp="1"/>
          </p:cNvSpPr>
          <p:nvPr>
            <p:ph type="body" sz="quarter" idx="22"/>
          </p:nvPr>
        </p:nvSpPr>
        <p:spPr>
          <a:xfrm>
            <a:off x="1301001" y="3569588"/>
            <a:ext cx="4571687" cy="663575"/>
          </a:xfrm>
          <a:prstGeom prst="rect">
            <a:avLst/>
          </a:prstGeom>
        </p:spPr>
        <p:txBody>
          <a:bodyPr lIns="0" tIns="0" rIns="0" bIns="0">
            <a:noAutofit/>
          </a:bodyPr>
          <a:lstStyle>
            <a:lvl1pPr marL="0" indent="0" defTabSz="479968">
              <a:buNone/>
              <a:defRPr sz="2400" b="0" i="0">
                <a:solidFill>
                  <a:schemeClr val="tx1"/>
                </a:solidFill>
                <a:latin typeface="Yu Gothic Medium" panose="020B0400000000000000" pitchFamily="34" charset="-128"/>
                <a:ea typeface="Yu Gothic Medium" panose="020B0400000000000000" pitchFamily="34" charset="-128"/>
              </a:defRPr>
            </a:lvl1pPr>
          </a:lstStyle>
          <a:p>
            <a:pPr lvl="0"/>
            <a:r>
              <a:rPr kumimoji="1" lang="ja-JP" altLang="en-US"/>
              <a:t>マスター テキストの書式設定</a:t>
            </a:r>
            <a:endParaRPr kumimoji="1" lang="en-US" altLang="ja-JP" dirty="0"/>
          </a:p>
        </p:txBody>
      </p:sp>
      <p:sp>
        <p:nvSpPr>
          <p:cNvPr id="16" name="テキスト プレースホルダー 12">
            <a:extLst>
              <a:ext uri="{FF2B5EF4-FFF2-40B4-BE49-F238E27FC236}">
                <a16:creationId xmlns:a16="http://schemas.microsoft.com/office/drawing/2014/main" id="{5EC047C3-338F-57E8-18FB-0239FC6799A4}"/>
              </a:ext>
            </a:extLst>
          </p:cNvPr>
          <p:cNvSpPr>
            <a:spLocks noGrp="1"/>
          </p:cNvSpPr>
          <p:nvPr>
            <p:ph type="body" sz="quarter" idx="23" hasCustomPrompt="1"/>
          </p:nvPr>
        </p:nvSpPr>
        <p:spPr>
          <a:xfrm>
            <a:off x="814282" y="4482833"/>
            <a:ext cx="468000" cy="663575"/>
          </a:xfrm>
          <a:prstGeom prst="rect">
            <a:avLst/>
          </a:prstGeom>
        </p:spPr>
        <p:txBody>
          <a:bodyPr lIns="0" tIns="0" rIns="0" bIns="0">
            <a:noAutofit/>
          </a:bodyPr>
          <a:lstStyle>
            <a:lvl1pPr marL="0" indent="0" defTabSz="479968">
              <a:buNone/>
              <a:defRPr sz="2400" b="1" i="0">
                <a:solidFill>
                  <a:schemeClr val="tx1"/>
                </a:solidFill>
                <a:latin typeface="Yu Gothic" panose="020B0400000000000000" pitchFamily="34" charset="-128"/>
                <a:ea typeface="Yu Gothic" panose="020B0400000000000000" pitchFamily="34" charset="-128"/>
              </a:defRPr>
            </a:lvl1pPr>
          </a:lstStyle>
          <a:p>
            <a:pPr lvl="0"/>
            <a:r>
              <a:rPr kumimoji="1" lang="en-US" altLang="ja-JP" dirty="0"/>
              <a:t>00</a:t>
            </a:r>
          </a:p>
        </p:txBody>
      </p:sp>
      <p:sp>
        <p:nvSpPr>
          <p:cNvPr id="17" name="テキスト プレースホルダー 12">
            <a:extLst>
              <a:ext uri="{FF2B5EF4-FFF2-40B4-BE49-F238E27FC236}">
                <a16:creationId xmlns:a16="http://schemas.microsoft.com/office/drawing/2014/main" id="{F5B4696C-0F45-0D47-A181-32ED0D374DE8}"/>
              </a:ext>
            </a:extLst>
          </p:cNvPr>
          <p:cNvSpPr>
            <a:spLocks noGrp="1"/>
          </p:cNvSpPr>
          <p:nvPr>
            <p:ph type="body" sz="quarter" idx="24"/>
          </p:nvPr>
        </p:nvSpPr>
        <p:spPr>
          <a:xfrm>
            <a:off x="1301001" y="4482833"/>
            <a:ext cx="4571687" cy="663575"/>
          </a:xfrm>
          <a:prstGeom prst="rect">
            <a:avLst/>
          </a:prstGeom>
        </p:spPr>
        <p:txBody>
          <a:bodyPr lIns="0" tIns="0" rIns="0" bIns="0">
            <a:noAutofit/>
          </a:bodyPr>
          <a:lstStyle>
            <a:lvl1pPr marL="0" indent="0" defTabSz="479968">
              <a:buNone/>
              <a:defRPr sz="2400" b="0" i="0">
                <a:solidFill>
                  <a:schemeClr val="tx1"/>
                </a:solidFill>
                <a:latin typeface="Yu Gothic Medium" panose="020B0400000000000000" pitchFamily="34" charset="-128"/>
                <a:ea typeface="Yu Gothic Medium" panose="020B0400000000000000" pitchFamily="34" charset="-128"/>
              </a:defRPr>
            </a:lvl1pPr>
          </a:lstStyle>
          <a:p>
            <a:pPr lvl="0"/>
            <a:r>
              <a:rPr kumimoji="1" lang="ja-JP" altLang="en-US"/>
              <a:t>マスター テキストの書式設定</a:t>
            </a:r>
            <a:endParaRPr kumimoji="1" lang="en-US" altLang="ja-JP" dirty="0"/>
          </a:p>
        </p:txBody>
      </p:sp>
      <p:sp>
        <p:nvSpPr>
          <p:cNvPr id="18" name="テキスト プレースホルダー 12">
            <a:extLst>
              <a:ext uri="{FF2B5EF4-FFF2-40B4-BE49-F238E27FC236}">
                <a16:creationId xmlns:a16="http://schemas.microsoft.com/office/drawing/2014/main" id="{0D1178E6-0816-E0A6-439F-A26DEF3C68EC}"/>
              </a:ext>
            </a:extLst>
          </p:cNvPr>
          <p:cNvSpPr>
            <a:spLocks noGrp="1"/>
          </p:cNvSpPr>
          <p:nvPr>
            <p:ph type="body" sz="quarter" idx="25" hasCustomPrompt="1"/>
          </p:nvPr>
        </p:nvSpPr>
        <p:spPr>
          <a:xfrm>
            <a:off x="6233990" y="1736726"/>
            <a:ext cx="468000" cy="663575"/>
          </a:xfrm>
          <a:prstGeom prst="rect">
            <a:avLst/>
          </a:prstGeom>
        </p:spPr>
        <p:txBody>
          <a:bodyPr lIns="0" tIns="0" rIns="0" bIns="0">
            <a:noAutofit/>
          </a:bodyPr>
          <a:lstStyle>
            <a:lvl1pPr marL="0" indent="0" defTabSz="479968">
              <a:buNone/>
              <a:defRPr sz="2400" b="1" i="0">
                <a:solidFill>
                  <a:schemeClr val="tx1"/>
                </a:solidFill>
                <a:latin typeface="Yu Gothic" panose="020B0400000000000000" pitchFamily="34" charset="-128"/>
                <a:ea typeface="Yu Gothic" panose="020B0400000000000000" pitchFamily="34" charset="-128"/>
              </a:defRPr>
            </a:lvl1pPr>
          </a:lstStyle>
          <a:p>
            <a:pPr lvl="0"/>
            <a:r>
              <a:rPr kumimoji="1" lang="en-US" altLang="ja-JP" dirty="0"/>
              <a:t>00</a:t>
            </a:r>
          </a:p>
        </p:txBody>
      </p:sp>
      <p:sp>
        <p:nvSpPr>
          <p:cNvPr id="19" name="テキスト プレースホルダー 12">
            <a:extLst>
              <a:ext uri="{FF2B5EF4-FFF2-40B4-BE49-F238E27FC236}">
                <a16:creationId xmlns:a16="http://schemas.microsoft.com/office/drawing/2014/main" id="{27F01E3D-3119-79F4-7D14-38463DF1050E}"/>
              </a:ext>
            </a:extLst>
          </p:cNvPr>
          <p:cNvSpPr>
            <a:spLocks noGrp="1"/>
          </p:cNvSpPr>
          <p:nvPr>
            <p:ph type="body" sz="quarter" idx="26"/>
          </p:nvPr>
        </p:nvSpPr>
        <p:spPr>
          <a:xfrm>
            <a:off x="6720709" y="1736726"/>
            <a:ext cx="4571687" cy="663575"/>
          </a:xfrm>
          <a:prstGeom prst="rect">
            <a:avLst/>
          </a:prstGeom>
        </p:spPr>
        <p:txBody>
          <a:bodyPr lIns="0" tIns="0" rIns="0" bIns="0">
            <a:noAutofit/>
          </a:bodyPr>
          <a:lstStyle>
            <a:lvl1pPr marL="0" indent="0" defTabSz="479968">
              <a:buNone/>
              <a:defRPr sz="2400" b="0" i="0">
                <a:solidFill>
                  <a:schemeClr val="tx1"/>
                </a:solidFill>
                <a:latin typeface="Yu Gothic Medium" panose="020B0400000000000000" pitchFamily="34" charset="-128"/>
                <a:ea typeface="Yu Gothic Medium" panose="020B0400000000000000" pitchFamily="34" charset="-128"/>
              </a:defRPr>
            </a:lvl1pPr>
          </a:lstStyle>
          <a:p>
            <a:pPr lvl="0"/>
            <a:r>
              <a:rPr kumimoji="1" lang="ja-JP" altLang="en-US"/>
              <a:t>マスター テキストの書式設定</a:t>
            </a:r>
            <a:endParaRPr kumimoji="1" lang="en-US" altLang="ja-JP" dirty="0"/>
          </a:p>
        </p:txBody>
      </p:sp>
      <p:sp>
        <p:nvSpPr>
          <p:cNvPr id="20" name="テキスト プレースホルダー 12">
            <a:extLst>
              <a:ext uri="{FF2B5EF4-FFF2-40B4-BE49-F238E27FC236}">
                <a16:creationId xmlns:a16="http://schemas.microsoft.com/office/drawing/2014/main" id="{B2345EEA-394A-D2F3-F965-C381EC316A39}"/>
              </a:ext>
            </a:extLst>
          </p:cNvPr>
          <p:cNvSpPr>
            <a:spLocks noGrp="1"/>
          </p:cNvSpPr>
          <p:nvPr>
            <p:ph type="body" sz="quarter" idx="27" hasCustomPrompt="1"/>
          </p:nvPr>
        </p:nvSpPr>
        <p:spPr>
          <a:xfrm>
            <a:off x="6233990" y="2659773"/>
            <a:ext cx="468000" cy="663575"/>
          </a:xfrm>
          <a:prstGeom prst="rect">
            <a:avLst/>
          </a:prstGeom>
        </p:spPr>
        <p:txBody>
          <a:bodyPr lIns="0" tIns="0" rIns="0" bIns="0">
            <a:noAutofit/>
          </a:bodyPr>
          <a:lstStyle>
            <a:lvl1pPr marL="0" indent="0" defTabSz="479968">
              <a:buNone/>
              <a:defRPr sz="2400" b="1" i="0">
                <a:solidFill>
                  <a:schemeClr val="tx1"/>
                </a:solidFill>
                <a:latin typeface="Yu Gothic" panose="020B0400000000000000" pitchFamily="34" charset="-128"/>
                <a:ea typeface="Yu Gothic" panose="020B0400000000000000" pitchFamily="34" charset="-128"/>
              </a:defRPr>
            </a:lvl1pPr>
          </a:lstStyle>
          <a:p>
            <a:pPr lvl="0"/>
            <a:r>
              <a:rPr kumimoji="1" lang="en-US" altLang="ja-JP" dirty="0"/>
              <a:t>00</a:t>
            </a:r>
          </a:p>
        </p:txBody>
      </p:sp>
      <p:sp>
        <p:nvSpPr>
          <p:cNvPr id="21" name="テキスト プレースホルダー 12">
            <a:extLst>
              <a:ext uri="{FF2B5EF4-FFF2-40B4-BE49-F238E27FC236}">
                <a16:creationId xmlns:a16="http://schemas.microsoft.com/office/drawing/2014/main" id="{A102A790-EC62-079B-030D-964FAD137A39}"/>
              </a:ext>
            </a:extLst>
          </p:cNvPr>
          <p:cNvSpPr>
            <a:spLocks noGrp="1"/>
          </p:cNvSpPr>
          <p:nvPr>
            <p:ph type="body" sz="quarter" idx="28"/>
          </p:nvPr>
        </p:nvSpPr>
        <p:spPr>
          <a:xfrm>
            <a:off x="6720709" y="2659773"/>
            <a:ext cx="4571687" cy="663575"/>
          </a:xfrm>
          <a:prstGeom prst="rect">
            <a:avLst/>
          </a:prstGeom>
        </p:spPr>
        <p:txBody>
          <a:bodyPr lIns="0" tIns="0" rIns="0" bIns="0">
            <a:noAutofit/>
          </a:bodyPr>
          <a:lstStyle>
            <a:lvl1pPr marL="0" indent="0" defTabSz="479968">
              <a:buNone/>
              <a:defRPr sz="2400" b="0" i="0">
                <a:solidFill>
                  <a:schemeClr val="tx1"/>
                </a:solidFill>
                <a:latin typeface="Yu Gothic Medium" panose="020B0400000000000000" pitchFamily="34" charset="-128"/>
                <a:ea typeface="Yu Gothic Medium" panose="020B0400000000000000" pitchFamily="34" charset="-128"/>
              </a:defRPr>
            </a:lvl1pPr>
          </a:lstStyle>
          <a:p>
            <a:pPr lvl="0"/>
            <a:r>
              <a:rPr kumimoji="1" lang="ja-JP" altLang="en-US"/>
              <a:t>マスター テキストの書式設定</a:t>
            </a:r>
            <a:endParaRPr kumimoji="1" lang="en-US" altLang="ja-JP" dirty="0"/>
          </a:p>
        </p:txBody>
      </p:sp>
      <p:sp>
        <p:nvSpPr>
          <p:cNvPr id="22" name="テキスト プレースホルダー 12">
            <a:extLst>
              <a:ext uri="{FF2B5EF4-FFF2-40B4-BE49-F238E27FC236}">
                <a16:creationId xmlns:a16="http://schemas.microsoft.com/office/drawing/2014/main" id="{07531E7B-44FD-25E9-CC7A-B00F0410F7E3}"/>
              </a:ext>
            </a:extLst>
          </p:cNvPr>
          <p:cNvSpPr>
            <a:spLocks noGrp="1"/>
          </p:cNvSpPr>
          <p:nvPr>
            <p:ph type="body" sz="quarter" idx="29" hasCustomPrompt="1"/>
          </p:nvPr>
        </p:nvSpPr>
        <p:spPr>
          <a:xfrm>
            <a:off x="6233990" y="3569588"/>
            <a:ext cx="468000" cy="663575"/>
          </a:xfrm>
          <a:prstGeom prst="rect">
            <a:avLst/>
          </a:prstGeom>
        </p:spPr>
        <p:txBody>
          <a:bodyPr lIns="0" tIns="0" rIns="0" bIns="0">
            <a:noAutofit/>
          </a:bodyPr>
          <a:lstStyle>
            <a:lvl1pPr marL="0" indent="0" defTabSz="479968">
              <a:buNone/>
              <a:defRPr sz="2400" b="1" i="0">
                <a:solidFill>
                  <a:schemeClr val="tx1"/>
                </a:solidFill>
                <a:latin typeface="Yu Gothic" panose="020B0400000000000000" pitchFamily="34" charset="-128"/>
                <a:ea typeface="Yu Gothic" panose="020B0400000000000000" pitchFamily="34" charset="-128"/>
              </a:defRPr>
            </a:lvl1pPr>
          </a:lstStyle>
          <a:p>
            <a:pPr lvl="0"/>
            <a:r>
              <a:rPr kumimoji="1" lang="en-US" altLang="ja-JP" dirty="0"/>
              <a:t>00</a:t>
            </a:r>
          </a:p>
        </p:txBody>
      </p:sp>
      <p:sp>
        <p:nvSpPr>
          <p:cNvPr id="23" name="テキスト プレースホルダー 12">
            <a:extLst>
              <a:ext uri="{FF2B5EF4-FFF2-40B4-BE49-F238E27FC236}">
                <a16:creationId xmlns:a16="http://schemas.microsoft.com/office/drawing/2014/main" id="{D7180491-605C-69CA-BF57-B42C15021DF1}"/>
              </a:ext>
            </a:extLst>
          </p:cNvPr>
          <p:cNvSpPr>
            <a:spLocks noGrp="1"/>
          </p:cNvSpPr>
          <p:nvPr>
            <p:ph type="body" sz="quarter" idx="30"/>
          </p:nvPr>
        </p:nvSpPr>
        <p:spPr>
          <a:xfrm>
            <a:off x="6720709" y="3569588"/>
            <a:ext cx="4571687" cy="663575"/>
          </a:xfrm>
          <a:prstGeom prst="rect">
            <a:avLst/>
          </a:prstGeom>
        </p:spPr>
        <p:txBody>
          <a:bodyPr lIns="0" tIns="0" rIns="0" bIns="0">
            <a:noAutofit/>
          </a:bodyPr>
          <a:lstStyle>
            <a:lvl1pPr marL="0" indent="0" defTabSz="479968">
              <a:buNone/>
              <a:defRPr sz="2400" b="0" i="0">
                <a:solidFill>
                  <a:schemeClr val="tx1"/>
                </a:solidFill>
                <a:latin typeface="Yu Gothic Medium" panose="020B0400000000000000" pitchFamily="34" charset="-128"/>
                <a:ea typeface="Yu Gothic Medium" panose="020B0400000000000000" pitchFamily="34" charset="-128"/>
              </a:defRPr>
            </a:lvl1pPr>
          </a:lstStyle>
          <a:p>
            <a:pPr lvl="0"/>
            <a:r>
              <a:rPr kumimoji="1" lang="ja-JP" altLang="en-US"/>
              <a:t>マスター テキストの書式設定</a:t>
            </a:r>
            <a:endParaRPr kumimoji="1" lang="en-US" altLang="ja-JP" dirty="0"/>
          </a:p>
        </p:txBody>
      </p:sp>
      <p:sp>
        <p:nvSpPr>
          <p:cNvPr id="24" name="テキスト プレースホルダー 12">
            <a:extLst>
              <a:ext uri="{FF2B5EF4-FFF2-40B4-BE49-F238E27FC236}">
                <a16:creationId xmlns:a16="http://schemas.microsoft.com/office/drawing/2014/main" id="{A66B3D97-5164-21C2-FD8B-57A402C60783}"/>
              </a:ext>
            </a:extLst>
          </p:cNvPr>
          <p:cNvSpPr>
            <a:spLocks noGrp="1"/>
          </p:cNvSpPr>
          <p:nvPr>
            <p:ph type="body" sz="quarter" idx="31" hasCustomPrompt="1"/>
          </p:nvPr>
        </p:nvSpPr>
        <p:spPr>
          <a:xfrm>
            <a:off x="6233990" y="4482833"/>
            <a:ext cx="468000" cy="663575"/>
          </a:xfrm>
          <a:prstGeom prst="rect">
            <a:avLst/>
          </a:prstGeom>
        </p:spPr>
        <p:txBody>
          <a:bodyPr lIns="0" tIns="0" rIns="0" bIns="0">
            <a:noAutofit/>
          </a:bodyPr>
          <a:lstStyle>
            <a:lvl1pPr marL="0" indent="0" defTabSz="479968">
              <a:buNone/>
              <a:defRPr sz="2400" b="1" i="0">
                <a:solidFill>
                  <a:schemeClr val="tx1"/>
                </a:solidFill>
                <a:latin typeface="Yu Gothic" panose="020B0400000000000000" pitchFamily="34" charset="-128"/>
                <a:ea typeface="Yu Gothic" panose="020B0400000000000000" pitchFamily="34" charset="-128"/>
              </a:defRPr>
            </a:lvl1pPr>
          </a:lstStyle>
          <a:p>
            <a:pPr lvl="0"/>
            <a:r>
              <a:rPr kumimoji="1" lang="en-US" altLang="ja-JP" dirty="0"/>
              <a:t>00</a:t>
            </a:r>
          </a:p>
        </p:txBody>
      </p:sp>
      <p:sp>
        <p:nvSpPr>
          <p:cNvPr id="25" name="テキスト プレースホルダー 12">
            <a:extLst>
              <a:ext uri="{FF2B5EF4-FFF2-40B4-BE49-F238E27FC236}">
                <a16:creationId xmlns:a16="http://schemas.microsoft.com/office/drawing/2014/main" id="{32CB8912-600C-6289-D45B-AE9C7296D532}"/>
              </a:ext>
            </a:extLst>
          </p:cNvPr>
          <p:cNvSpPr>
            <a:spLocks noGrp="1"/>
          </p:cNvSpPr>
          <p:nvPr>
            <p:ph type="body" sz="quarter" idx="32"/>
          </p:nvPr>
        </p:nvSpPr>
        <p:spPr>
          <a:xfrm>
            <a:off x="6720709" y="4482833"/>
            <a:ext cx="4571687" cy="663575"/>
          </a:xfrm>
          <a:prstGeom prst="rect">
            <a:avLst/>
          </a:prstGeom>
        </p:spPr>
        <p:txBody>
          <a:bodyPr lIns="0" tIns="0" rIns="0" bIns="0">
            <a:noAutofit/>
          </a:bodyPr>
          <a:lstStyle>
            <a:lvl1pPr marL="0" indent="0" defTabSz="479968">
              <a:buNone/>
              <a:defRPr sz="2400" b="0" i="0">
                <a:solidFill>
                  <a:schemeClr val="tx1"/>
                </a:solidFill>
                <a:latin typeface="Yu Gothic Medium" panose="020B0400000000000000" pitchFamily="34" charset="-128"/>
                <a:ea typeface="Yu Gothic Medium" panose="020B0400000000000000" pitchFamily="34" charset="-128"/>
              </a:defRPr>
            </a:lvl1pPr>
          </a:lstStyle>
          <a:p>
            <a:pPr lvl="0"/>
            <a:r>
              <a:rPr kumimoji="1" lang="ja-JP" altLang="en-US"/>
              <a:t>マスター テキストの書式設定</a:t>
            </a:r>
            <a:endParaRPr kumimoji="1" lang="en-US" altLang="ja-JP" dirty="0"/>
          </a:p>
        </p:txBody>
      </p:sp>
      <p:sp>
        <p:nvSpPr>
          <p:cNvPr id="3" name="テキスト プレースホルダー 12">
            <a:extLst>
              <a:ext uri="{FF2B5EF4-FFF2-40B4-BE49-F238E27FC236}">
                <a16:creationId xmlns:a16="http://schemas.microsoft.com/office/drawing/2014/main" id="{6AE51BB8-635B-4308-E9CB-F238A16218D2}"/>
              </a:ext>
            </a:extLst>
          </p:cNvPr>
          <p:cNvSpPr>
            <a:spLocks noGrp="1"/>
          </p:cNvSpPr>
          <p:nvPr>
            <p:ph type="body" sz="quarter" idx="33" hasCustomPrompt="1"/>
          </p:nvPr>
        </p:nvSpPr>
        <p:spPr>
          <a:xfrm>
            <a:off x="397516" y="345421"/>
            <a:ext cx="9360000" cy="432000"/>
          </a:xfrm>
          <a:prstGeom prst="rect">
            <a:avLst/>
          </a:prstGeom>
        </p:spPr>
        <p:txBody>
          <a:bodyPr lIns="0" tIns="0" rIns="0" bIns="0">
            <a:noAutofit/>
          </a:bodyPr>
          <a:lstStyle>
            <a:lvl1pPr marL="0" indent="0">
              <a:buNone/>
              <a:defRPr sz="2800" b="1" i="0">
                <a:solidFill>
                  <a:schemeClr val="tx1"/>
                </a:solidFill>
                <a:latin typeface="Yu Gothic" panose="020B0400000000000000" pitchFamily="34" charset="-128"/>
                <a:ea typeface="Yu Gothic" panose="020B0400000000000000" pitchFamily="34" charset="-128"/>
              </a:defRPr>
            </a:lvl1pPr>
          </a:lstStyle>
          <a:p>
            <a:pPr lvl="0"/>
            <a:r>
              <a:rPr kumimoji="1" lang="ja-JP" altLang="en-US"/>
              <a:t>目次</a:t>
            </a:r>
          </a:p>
        </p:txBody>
      </p:sp>
    </p:spTree>
    <p:extLst>
      <p:ext uri="{BB962C8B-B14F-4D97-AF65-F5344CB8AC3E}">
        <p14:creationId xmlns:p14="http://schemas.microsoft.com/office/powerpoint/2010/main" val="2719553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目次（企業理念）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BEBCD2C3-F4AB-0385-42C5-37CDC4A4287B}"/>
              </a:ext>
            </a:extLst>
          </p:cNvPr>
          <p:cNvSpPr txBox="1">
            <a:spLocks/>
          </p:cNvSpPr>
          <p:nvPr userDrawn="1"/>
        </p:nvSpPr>
        <p:spPr>
          <a:xfrm>
            <a:off x="325402" y="6394865"/>
            <a:ext cx="2743200" cy="331932"/>
          </a:xfrm>
          <a:prstGeom prst="rect">
            <a:avLst/>
          </a:prstGeom>
        </p:spPr>
        <p:txBody>
          <a:bodyPr/>
          <a:lstStyle>
            <a:defPPr>
              <a:defRPr lang="en-US"/>
            </a:defPPr>
            <a:lvl1pPr marL="0" algn="l" defTabSz="304670" rtl="0" eaLnBrk="1" latinLnBrk="0" hangingPunct="1">
              <a:defRPr sz="20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pPr algn="l"/>
            <a:r>
              <a:rPr kumimoji="1" lang="en" altLang="ja-JP" sz="700" dirty="0">
                <a:solidFill>
                  <a:schemeClr val="bg1"/>
                </a:solidFill>
              </a:rPr>
              <a:t>ⓒ ITOCHU Techno-Solutions Corporation</a:t>
            </a:r>
            <a:endParaRPr kumimoji="1" lang="ja-JP" altLang="en-US" sz="700">
              <a:solidFill>
                <a:schemeClr val="bg1"/>
              </a:solidFill>
            </a:endParaRPr>
          </a:p>
        </p:txBody>
      </p:sp>
      <p:sp>
        <p:nvSpPr>
          <p:cNvPr id="10" name="Slide Number Placeholder 5">
            <a:extLst>
              <a:ext uri="{FF2B5EF4-FFF2-40B4-BE49-F238E27FC236}">
                <a16:creationId xmlns:a16="http://schemas.microsoft.com/office/drawing/2014/main" id="{800734A0-2465-A79B-0C4E-7BA001579D6C}"/>
              </a:ext>
            </a:extLst>
          </p:cNvPr>
          <p:cNvSpPr txBox="1">
            <a:spLocks/>
          </p:cNvSpPr>
          <p:nvPr userDrawn="1"/>
        </p:nvSpPr>
        <p:spPr>
          <a:xfrm>
            <a:off x="9133618" y="6326799"/>
            <a:ext cx="2743200" cy="299462"/>
          </a:xfrm>
          <a:prstGeom prst="rect">
            <a:avLst/>
          </a:prstGeom>
        </p:spPr>
        <p:txBody>
          <a:bodyPr anchor="b"/>
          <a:lstStyle>
            <a:defPPr>
              <a:defRPr lang="en-US"/>
            </a:defPPr>
            <a:lvl1pPr marL="0" algn="r" defTabSz="304670" rtl="0" eaLnBrk="1" latinLnBrk="0" hangingPunct="1">
              <a:defRPr sz="16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fld id="{F61D7DA0-AA9A-8342-BE3E-6EB34F8DE2BC}" type="slidenum">
              <a:rPr kumimoji="1" lang="ja-JP" altLang="en-US" sz="1600" smtClean="0">
                <a:solidFill>
                  <a:schemeClr val="bg1"/>
                </a:solidFill>
              </a:rPr>
              <a:pPr/>
              <a:t>‹#›</a:t>
            </a:fld>
            <a:endParaRPr kumimoji="1" lang="ja-JP" altLang="en-US" sz="1600">
              <a:solidFill>
                <a:schemeClr val="bg1"/>
              </a:solidFill>
            </a:endParaRPr>
          </a:p>
        </p:txBody>
      </p:sp>
      <p:sp>
        <p:nvSpPr>
          <p:cNvPr id="2" name="テキスト プレースホルダー 12">
            <a:extLst>
              <a:ext uri="{FF2B5EF4-FFF2-40B4-BE49-F238E27FC236}">
                <a16:creationId xmlns:a16="http://schemas.microsoft.com/office/drawing/2014/main" id="{539CF071-C664-0DCC-693D-BEF675877ABF}"/>
              </a:ext>
            </a:extLst>
          </p:cNvPr>
          <p:cNvSpPr>
            <a:spLocks noGrp="1"/>
          </p:cNvSpPr>
          <p:nvPr>
            <p:ph type="body" sz="quarter" idx="33" hasCustomPrompt="1"/>
          </p:nvPr>
        </p:nvSpPr>
        <p:spPr>
          <a:xfrm>
            <a:off x="397516" y="345422"/>
            <a:ext cx="9360000" cy="365125"/>
          </a:xfrm>
          <a:prstGeom prst="rect">
            <a:avLst/>
          </a:prstGeom>
        </p:spPr>
        <p:txBody>
          <a:bodyPr lIns="0" tIns="0" rIns="0" bIns="0">
            <a:noAutofit/>
          </a:bodyPr>
          <a:lstStyle>
            <a:lvl1pPr marL="0" indent="0">
              <a:buNone/>
              <a:defRPr sz="2800" b="1" i="0">
                <a:solidFill>
                  <a:schemeClr val="bg1"/>
                </a:solidFill>
                <a:latin typeface="Yu Gothic" panose="020B0400000000000000" pitchFamily="34" charset="-128"/>
                <a:ea typeface="Yu Gothic" panose="020B0400000000000000" pitchFamily="34" charset="-128"/>
              </a:defRPr>
            </a:lvl1pPr>
          </a:lstStyle>
          <a:p>
            <a:pPr lvl="0"/>
            <a:r>
              <a:rPr kumimoji="1" lang="ja-JP" altLang="en-US"/>
              <a:t>目次</a:t>
            </a:r>
          </a:p>
        </p:txBody>
      </p:sp>
      <p:sp>
        <p:nvSpPr>
          <p:cNvPr id="3" name="テキスト プレースホルダー 12">
            <a:extLst>
              <a:ext uri="{FF2B5EF4-FFF2-40B4-BE49-F238E27FC236}">
                <a16:creationId xmlns:a16="http://schemas.microsoft.com/office/drawing/2014/main" id="{42E03A47-C8E7-A4A0-5441-3D5A64378A9D}"/>
              </a:ext>
            </a:extLst>
          </p:cNvPr>
          <p:cNvSpPr>
            <a:spLocks noGrp="1"/>
          </p:cNvSpPr>
          <p:nvPr>
            <p:ph type="body" sz="quarter" idx="17" hasCustomPrompt="1"/>
          </p:nvPr>
        </p:nvSpPr>
        <p:spPr>
          <a:xfrm>
            <a:off x="823907" y="1736726"/>
            <a:ext cx="468000" cy="663575"/>
          </a:xfrm>
          <a:prstGeom prst="rect">
            <a:avLst/>
          </a:prstGeom>
        </p:spPr>
        <p:txBody>
          <a:bodyPr lIns="0" tIns="0" rIns="0" bIns="0">
            <a:noAutofit/>
          </a:bodyPr>
          <a:lstStyle>
            <a:lvl1pPr marL="0" indent="0" defTabSz="479968">
              <a:buNone/>
              <a:defRPr sz="2400" b="1" i="0">
                <a:solidFill>
                  <a:schemeClr val="bg1"/>
                </a:solidFill>
                <a:latin typeface="Yu Gothic" panose="020B0400000000000000" pitchFamily="34" charset="-128"/>
                <a:ea typeface="Yu Gothic" panose="020B0400000000000000" pitchFamily="34" charset="-128"/>
              </a:defRPr>
            </a:lvl1pPr>
          </a:lstStyle>
          <a:p>
            <a:pPr lvl="0"/>
            <a:r>
              <a:rPr kumimoji="1" lang="en-US" altLang="ja-JP" dirty="0"/>
              <a:t>00</a:t>
            </a:r>
          </a:p>
        </p:txBody>
      </p:sp>
      <p:sp>
        <p:nvSpPr>
          <p:cNvPr id="4" name="テキスト プレースホルダー 12">
            <a:extLst>
              <a:ext uri="{FF2B5EF4-FFF2-40B4-BE49-F238E27FC236}">
                <a16:creationId xmlns:a16="http://schemas.microsoft.com/office/drawing/2014/main" id="{5D9BF930-C505-38D1-5D84-BB6776A33B38}"/>
              </a:ext>
            </a:extLst>
          </p:cNvPr>
          <p:cNvSpPr>
            <a:spLocks noGrp="1"/>
          </p:cNvSpPr>
          <p:nvPr>
            <p:ph type="body" sz="quarter" idx="18"/>
          </p:nvPr>
        </p:nvSpPr>
        <p:spPr>
          <a:xfrm>
            <a:off x="1301001" y="1736726"/>
            <a:ext cx="4571687" cy="663575"/>
          </a:xfrm>
          <a:prstGeom prst="rect">
            <a:avLst/>
          </a:prstGeom>
        </p:spPr>
        <p:txBody>
          <a:bodyPr lIns="0" tIns="0" rIns="0" bIns="0">
            <a:noAutofit/>
          </a:bodyPr>
          <a:lstStyle>
            <a:lvl1pPr marL="0" indent="0" defTabSz="479968">
              <a:buNone/>
              <a:defRPr sz="2400" b="0" i="0">
                <a:solidFill>
                  <a:schemeClr val="bg1"/>
                </a:solidFill>
                <a:latin typeface="Yu Gothic Medium" panose="020B0400000000000000" pitchFamily="34" charset="-128"/>
                <a:ea typeface="Yu Gothic Medium" panose="020B0400000000000000" pitchFamily="34" charset="-128"/>
              </a:defRPr>
            </a:lvl1pPr>
          </a:lstStyle>
          <a:p>
            <a:pPr lvl="0"/>
            <a:r>
              <a:rPr kumimoji="1" lang="ja-JP" altLang="en-US"/>
              <a:t>マスター テキストの書式設定</a:t>
            </a:r>
            <a:endParaRPr kumimoji="1" lang="en-US" altLang="ja-JP" dirty="0"/>
          </a:p>
        </p:txBody>
      </p:sp>
      <p:sp>
        <p:nvSpPr>
          <p:cNvPr id="5" name="テキスト プレースホルダー 12">
            <a:extLst>
              <a:ext uri="{FF2B5EF4-FFF2-40B4-BE49-F238E27FC236}">
                <a16:creationId xmlns:a16="http://schemas.microsoft.com/office/drawing/2014/main" id="{B457A774-A82D-E182-09CF-1C57005356CC}"/>
              </a:ext>
            </a:extLst>
          </p:cNvPr>
          <p:cNvSpPr>
            <a:spLocks noGrp="1"/>
          </p:cNvSpPr>
          <p:nvPr>
            <p:ph type="body" sz="quarter" idx="19" hasCustomPrompt="1"/>
          </p:nvPr>
        </p:nvSpPr>
        <p:spPr>
          <a:xfrm>
            <a:off x="823907" y="2659773"/>
            <a:ext cx="468000" cy="663575"/>
          </a:xfrm>
          <a:prstGeom prst="rect">
            <a:avLst/>
          </a:prstGeom>
        </p:spPr>
        <p:txBody>
          <a:bodyPr lIns="0" tIns="0" rIns="0" bIns="0">
            <a:noAutofit/>
          </a:bodyPr>
          <a:lstStyle>
            <a:lvl1pPr marL="0" indent="0" defTabSz="479968">
              <a:buNone/>
              <a:defRPr sz="2400" b="1" i="0">
                <a:solidFill>
                  <a:schemeClr val="bg1"/>
                </a:solidFill>
                <a:latin typeface="Yu Gothic" panose="020B0400000000000000" pitchFamily="34" charset="-128"/>
                <a:ea typeface="Yu Gothic" panose="020B0400000000000000" pitchFamily="34" charset="-128"/>
              </a:defRPr>
            </a:lvl1pPr>
          </a:lstStyle>
          <a:p>
            <a:pPr lvl="0"/>
            <a:r>
              <a:rPr kumimoji="1" lang="en-US" altLang="ja-JP" dirty="0"/>
              <a:t>00</a:t>
            </a:r>
          </a:p>
        </p:txBody>
      </p:sp>
      <p:sp>
        <p:nvSpPr>
          <p:cNvPr id="7" name="テキスト プレースホルダー 12">
            <a:extLst>
              <a:ext uri="{FF2B5EF4-FFF2-40B4-BE49-F238E27FC236}">
                <a16:creationId xmlns:a16="http://schemas.microsoft.com/office/drawing/2014/main" id="{73E3EA9D-E3F1-D31C-1951-CE61440FFB94}"/>
              </a:ext>
            </a:extLst>
          </p:cNvPr>
          <p:cNvSpPr>
            <a:spLocks noGrp="1"/>
          </p:cNvSpPr>
          <p:nvPr>
            <p:ph type="body" sz="quarter" idx="20"/>
          </p:nvPr>
        </p:nvSpPr>
        <p:spPr>
          <a:xfrm>
            <a:off x="1301001" y="2659773"/>
            <a:ext cx="4571687" cy="663575"/>
          </a:xfrm>
          <a:prstGeom prst="rect">
            <a:avLst/>
          </a:prstGeom>
        </p:spPr>
        <p:txBody>
          <a:bodyPr lIns="0" tIns="0" rIns="0" bIns="0">
            <a:noAutofit/>
          </a:bodyPr>
          <a:lstStyle>
            <a:lvl1pPr marL="0" indent="0" defTabSz="479968">
              <a:buNone/>
              <a:defRPr sz="2400" b="0" i="0">
                <a:solidFill>
                  <a:schemeClr val="bg1"/>
                </a:solidFill>
                <a:latin typeface="Yu Gothic Medium" panose="020B0400000000000000" pitchFamily="34" charset="-128"/>
                <a:ea typeface="Yu Gothic Medium" panose="020B0400000000000000" pitchFamily="34" charset="-128"/>
              </a:defRPr>
            </a:lvl1pPr>
          </a:lstStyle>
          <a:p>
            <a:pPr lvl="0"/>
            <a:r>
              <a:rPr kumimoji="1" lang="ja-JP" altLang="en-US"/>
              <a:t>マスター テキストの書式設定</a:t>
            </a:r>
            <a:endParaRPr kumimoji="1" lang="en-US" altLang="ja-JP" dirty="0"/>
          </a:p>
        </p:txBody>
      </p:sp>
      <p:sp>
        <p:nvSpPr>
          <p:cNvPr id="9" name="テキスト プレースホルダー 12">
            <a:extLst>
              <a:ext uri="{FF2B5EF4-FFF2-40B4-BE49-F238E27FC236}">
                <a16:creationId xmlns:a16="http://schemas.microsoft.com/office/drawing/2014/main" id="{EF193E57-C4FD-911F-2B30-77E4E5E245BB}"/>
              </a:ext>
            </a:extLst>
          </p:cNvPr>
          <p:cNvSpPr>
            <a:spLocks noGrp="1"/>
          </p:cNvSpPr>
          <p:nvPr>
            <p:ph type="body" sz="quarter" idx="21" hasCustomPrompt="1"/>
          </p:nvPr>
        </p:nvSpPr>
        <p:spPr>
          <a:xfrm>
            <a:off x="823907" y="3569588"/>
            <a:ext cx="468000" cy="663575"/>
          </a:xfrm>
          <a:prstGeom prst="rect">
            <a:avLst/>
          </a:prstGeom>
        </p:spPr>
        <p:txBody>
          <a:bodyPr lIns="0" tIns="0" rIns="0" bIns="0">
            <a:noAutofit/>
          </a:bodyPr>
          <a:lstStyle>
            <a:lvl1pPr marL="0" indent="0" defTabSz="479968">
              <a:buNone/>
              <a:defRPr sz="2400" b="1" i="0">
                <a:solidFill>
                  <a:schemeClr val="bg1"/>
                </a:solidFill>
                <a:latin typeface="Yu Gothic" panose="020B0400000000000000" pitchFamily="34" charset="-128"/>
                <a:ea typeface="Yu Gothic" panose="020B0400000000000000" pitchFamily="34" charset="-128"/>
              </a:defRPr>
            </a:lvl1pPr>
          </a:lstStyle>
          <a:p>
            <a:pPr lvl="0"/>
            <a:r>
              <a:rPr kumimoji="1" lang="en-US" altLang="ja-JP" dirty="0"/>
              <a:t>00</a:t>
            </a:r>
          </a:p>
        </p:txBody>
      </p:sp>
      <p:sp>
        <p:nvSpPr>
          <p:cNvPr id="27" name="テキスト プレースホルダー 12">
            <a:extLst>
              <a:ext uri="{FF2B5EF4-FFF2-40B4-BE49-F238E27FC236}">
                <a16:creationId xmlns:a16="http://schemas.microsoft.com/office/drawing/2014/main" id="{5C9AC9F6-DFF1-E0E4-DBF1-7F8B644ADE16}"/>
              </a:ext>
            </a:extLst>
          </p:cNvPr>
          <p:cNvSpPr>
            <a:spLocks noGrp="1"/>
          </p:cNvSpPr>
          <p:nvPr>
            <p:ph type="body" sz="quarter" idx="22"/>
          </p:nvPr>
        </p:nvSpPr>
        <p:spPr>
          <a:xfrm>
            <a:off x="1301001" y="3569588"/>
            <a:ext cx="4571687" cy="663575"/>
          </a:xfrm>
          <a:prstGeom prst="rect">
            <a:avLst/>
          </a:prstGeom>
        </p:spPr>
        <p:txBody>
          <a:bodyPr lIns="0" tIns="0" rIns="0" bIns="0">
            <a:noAutofit/>
          </a:bodyPr>
          <a:lstStyle>
            <a:lvl1pPr marL="0" indent="0" defTabSz="479968">
              <a:buNone/>
              <a:defRPr sz="2400" b="0" i="0">
                <a:solidFill>
                  <a:schemeClr val="bg1"/>
                </a:solidFill>
                <a:latin typeface="Yu Gothic Medium" panose="020B0400000000000000" pitchFamily="34" charset="-128"/>
                <a:ea typeface="Yu Gothic Medium" panose="020B0400000000000000" pitchFamily="34" charset="-128"/>
              </a:defRPr>
            </a:lvl1pPr>
          </a:lstStyle>
          <a:p>
            <a:pPr lvl="0"/>
            <a:r>
              <a:rPr kumimoji="1" lang="ja-JP" altLang="en-US"/>
              <a:t>マスター テキストの書式設定</a:t>
            </a:r>
            <a:endParaRPr kumimoji="1" lang="en-US" altLang="ja-JP" dirty="0"/>
          </a:p>
        </p:txBody>
      </p:sp>
      <p:sp>
        <p:nvSpPr>
          <p:cNvPr id="28" name="テキスト プレースホルダー 12">
            <a:extLst>
              <a:ext uri="{FF2B5EF4-FFF2-40B4-BE49-F238E27FC236}">
                <a16:creationId xmlns:a16="http://schemas.microsoft.com/office/drawing/2014/main" id="{ED5A1F44-12C7-C4D3-309C-E5B25CA5DCD0}"/>
              </a:ext>
            </a:extLst>
          </p:cNvPr>
          <p:cNvSpPr>
            <a:spLocks noGrp="1"/>
          </p:cNvSpPr>
          <p:nvPr>
            <p:ph type="body" sz="quarter" idx="23" hasCustomPrompt="1"/>
          </p:nvPr>
        </p:nvSpPr>
        <p:spPr>
          <a:xfrm>
            <a:off x="823907" y="4482833"/>
            <a:ext cx="468000" cy="663575"/>
          </a:xfrm>
          <a:prstGeom prst="rect">
            <a:avLst/>
          </a:prstGeom>
        </p:spPr>
        <p:txBody>
          <a:bodyPr lIns="0" tIns="0" rIns="0" bIns="0">
            <a:noAutofit/>
          </a:bodyPr>
          <a:lstStyle>
            <a:lvl1pPr marL="0" indent="0" defTabSz="479968">
              <a:buNone/>
              <a:defRPr sz="2400" b="1" i="0">
                <a:solidFill>
                  <a:schemeClr val="bg1"/>
                </a:solidFill>
                <a:latin typeface="Yu Gothic" panose="020B0400000000000000" pitchFamily="34" charset="-128"/>
                <a:ea typeface="Yu Gothic" panose="020B0400000000000000" pitchFamily="34" charset="-128"/>
              </a:defRPr>
            </a:lvl1pPr>
          </a:lstStyle>
          <a:p>
            <a:pPr lvl="0"/>
            <a:r>
              <a:rPr kumimoji="1" lang="en-US" altLang="ja-JP" dirty="0"/>
              <a:t>00</a:t>
            </a:r>
          </a:p>
        </p:txBody>
      </p:sp>
      <p:sp>
        <p:nvSpPr>
          <p:cNvPr id="29" name="テキスト プレースホルダー 12">
            <a:extLst>
              <a:ext uri="{FF2B5EF4-FFF2-40B4-BE49-F238E27FC236}">
                <a16:creationId xmlns:a16="http://schemas.microsoft.com/office/drawing/2014/main" id="{22B712DF-05F2-DABE-47FC-0A10C4101C8D}"/>
              </a:ext>
            </a:extLst>
          </p:cNvPr>
          <p:cNvSpPr>
            <a:spLocks noGrp="1"/>
          </p:cNvSpPr>
          <p:nvPr>
            <p:ph type="body" sz="quarter" idx="24"/>
          </p:nvPr>
        </p:nvSpPr>
        <p:spPr>
          <a:xfrm>
            <a:off x="1301001" y="4482833"/>
            <a:ext cx="4571687" cy="663575"/>
          </a:xfrm>
          <a:prstGeom prst="rect">
            <a:avLst/>
          </a:prstGeom>
        </p:spPr>
        <p:txBody>
          <a:bodyPr lIns="0" tIns="0" rIns="0" bIns="0">
            <a:noAutofit/>
          </a:bodyPr>
          <a:lstStyle>
            <a:lvl1pPr marL="0" indent="0" defTabSz="479968">
              <a:buNone/>
              <a:defRPr sz="2400" b="0" i="0">
                <a:solidFill>
                  <a:schemeClr val="bg1"/>
                </a:solidFill>
                <a:latin typeface="Yu Gothic Medium" panose="020B0400000000000000" pitchFamily="34" charset="-128"/>
                <a:ea typeface="Yu Gothic Medium" panose="020B0400000000000000" pitchFamily="34" charset="-128"/>
              </a:defRPr>
            </a:lvl1pPr>
          </a:lstStyle>
          <a:p>
            <a:pPr lvl="0"/>
            <a:r>
              <a:rPr kumimoji="1" lang="ja-JP" altLang="en-US"/>
              <a:t>マスター テキストの書式設定</a:t>
            </a:r>
            <a:endParaRPr kumimoji="1" lang="en-US" altLang="ja-JP" dirty="0"/>
          </a:p>
        </p:txBody>
      </p:sp>
      <p:sp>
        <p:nvSpPr>
          <p:cNvPr id="30" name="テキスト プレースホルダー 12">
            <a:extLst>
              <a:ext uri="{FF2B5EF4-FFF2-40B4-BE49-F238E27FC236}">
                <a16:creationId xmlns:a16="http://schemas.microsoft.com/office/drawing/2014/main" id="{AB8279C4-9994-0774-D120-FAC65AD4288C}"/>
              </a:ext>
            </a:extLst>
          </p:cNvPr>
          <p:cNvSpPr>
            <a:spLocks noGrp="1"/>
          </p:cNvSpPr>
          <p:nvPr>
            <p:ph type="body" sz="quarter" idx="25" hasCustomPrompt="1"/>
          </p:nvPr>
        </p:nvSpPr>
        <p:spPr>
          <a:xfrm>
            <a:off x="6233990" y="1736726"/>
            <a:ext cx="468000" cy="663575"/>
          </a:xfrm>
          <a:prstGeom prst="rect">
            <a:avLst/>
          </a:prstGeom>
        </p:spPr>
        <p:txBody>
          <a:bodyPr lIns="0" tIns="0" rIns="0" bIns="0">
            <a:noAutofit/>
          </a:bodyPr>
          <a:lstStyle>
            <a:lvl1pPr marL="0" indent="0" defTabSz="479968">
              <a:buNone/>
              <a:defRPr sz="2400" b="1" i="0">
                <a:solidFill>
                  <a:schemeClr val="bg1"/>
                </a:solidFill>
                <a:latin typeface="Yu Gothic" panose="020B0400000000000000" pitchFamily="34" charset="-128"/>
                <a:ea typeface="Yu Gothic" panose="020B0400000000000000" pitchFamily="34" charset="-128"/>
              </a:defRPr>
            </a:lvl1pPr>
          </a:lstStyle>
          <a:p>
            <a:pPr lvl="0"/>
            <a:r>
              <a:rPr kumimoji="1" lang="en-US" altLang="ja-JP" dirty="0"/>
              <a:t>00</a:t>
            </a:r>
          </a:p>
        </p:txBody>
      </p:sp>
      <p:sp>
        <p:nvSpPr>
          <p:cNvPr id="31" name="テキスト プレースホルダー 12">
            <a:extLst>
              <a:ext uri="{FF2B5EF4-FFF2-40B4-BE49-F238E27FC236}">
                <a16:creationId xmlns:a16="http://schemas.microsoft.com/office/drawing/2014/main" id="{E7CB9A81-8D5C-C1E5-F71C-33788FD878F9}"/>
              </a:ext>
            </a:extLst>
          </p:cNvPr>
          <p:cNvSpPr>
            <a:spLocks noGrp="1"/>
          </p:cNvSpPr>
          <p:nvPr>
            <p:ph type="body" sz="quarter" idx="26"/>
          </p:nvPr>
        </p:nvSpPr>
        <p:spPr>
          <a:xfrm>
            <a:off x="6720709" y="1736726"/>
            <a:ext cx="4571687" cy="663575"/>
          </a:xfrm>
          <a:prstGeom prst="rect">
            <a:avLst/>
          </a:prstGeom>
        </p:spPr>
        <p:txBody>
          <a:bodyPr lIns="0" tIns="0" rIns="0" bIns="0">
            <a:noAutofit/>
          </a:bodyPr>
          <a:lstStyle>
            <a:lvl1pPr marL="0" indent="0" defTabSz="479968">
              <a:buNone/>
              <a:defRPr sz="2400" b="0" i="0">
                <a:solidFill>
                  <a:schemeClr val="bg1"/>
                </a:solidFill>
                <a:latin typeface="Yu Gothic Medium" panose="020B0400000000000000" pitchFamily="34" charset="-128"/>
                <a:ea typeface="Yu Gothic Medium" panose="020B0400000000000000" pitchFamily="34" charset="-128"/>
              </a:defRPr>
            </a:lvl1pPr>
          </a:lstStyle>
          <a:p>
            <a:pPr lvl="0"/>
            <a:r>
              <a:rPr kumimoji="1" lang="ja-JP" altLang="en-US"/>
              <a:t>マスター テキストの書式設定</a:t>
            </a:r>
            <a:endParaRPr kumimoji="1" lang="en-US" altLang="ja-JP" dirty="0"/>
          </a:p>
        </p:txBody>
      </p:sp>
      <p:sp>
        <p:nvSpPr>
          <p:cNvPr id="32" name="テキスト プレースホルダー 12">
            <a:extLst>
              <a:ext uri="{FF2B5EF4-FFF2-40B4-BE49-F238E27FC236}">
                <a16:creationId xmlns:a16="http://schemas.microsoft.com/office/drawing/2014/main" id="{2482C246-2CED-EC58-F0EC-E41478A372EA}"/>
              </a:ext>
            </a:extLst>
          </p:cNvPr>
          <p:cNvSpPr>
            <a:spLocks noGrp="1"/>
          </p:cNvSpPr>
          <p:nvPr>
            <p:ph type="body" sz="quarter" idx="27" hasCustomPrompt="1"/>
          </p:nvPr>
        </p:nvSpPr>
        <p:spPr>
          <a:xfrm>
            <a:off x="6233990" y="2659773"/>
            <a:ext cx="468000" cy="663575"/>
          </a:xfrm>
          <a:prstGeom prst="rect">
            <a:avLst/>
          </a:prstGeom>
        </p:spPr>
        <p:txBody>
          <a:bodyPr lIns="0" tIns="0" rIns="0" bIns="0">
            <a:noAutofit/>
          </a:bodyPr>
          <a:lstStyle>
            <a:lvl1pPr marL="0" indent="0" defTabSz="479968">
              <a:buNone/>
              <a:defRPr sz="2400" b="1" i="0">
                <a:solidFill>
                  <a:schemeClr val="bg1"/>
                </a:solidFill>
                <a:latin typeface="Yu Gothic" panose="020B0400000000000000" pitchFamily="34" charset="-128"/>
                <a:ea typeface="Yu Gothic" panose="020B0400000000000000" pitchFamily="34" charset="-128"/>
              </a:defRPr>
            </a:lvl1pPr>
          </a:lstStyle>
          <a:p>
            <a:pPr lvl="0"/>
            <a:r>
              <a:rPr kumimoji="1" lang="en-US" altLang="ja-JP" dirty="0"/>
              <a:t>00</a:t>
            </a:r>
          </a:p>
        </p:txBody>
      </p:sp>
      <p:sp>
        <p:nvSpPr>
          <p:cNvPr id="33" name="テキスト プレースホルダー 12">
            <a:extLst>
              <a:ext uri="{FF2B5EF4-FFF2-40B4-BE49-F238E27FC236}">
                <a16:creationId xmlns:a16="http://schemas.microsoft.com/office/drawing/2014/main" id="{37EC66D7-44E5-188E-90F4-3726EBA82F74}"/>
              </a:ext>
            </a:extLst>
          </p:cNvPr>
          <p:cNvSpPr>
            <a:spLocks noGrp="1"/>
          </p:cNvSpPr>
          <p:nvPr>
            <p:ph type="body" sz="quarter" idx="28"/>
          </p:nvPr>
        </p:nvSpPr>
        <p:spPr>
          <a:xfrm>
            <a:off x="6720709" y="2659773"/>
            <a:ext cx="4571687" cy="663575"/>
          </a:xfrm>
          <a:prstGeom prst="rect">
            <a:avLst/>
          </a:prstGeom>
        </p:spPr>
        <p:txBody>
          <a:bodyPr lIns="0" tIns="0" rIns="0" bIns="0">
            <a:noAutofit/>
          </a:bodyPr>
          <a:lstStyle>
            <a:lvl1pPr marL="0" indent="0" defTabSz="479968">
              <a:buNone/>
              <a:defRPr sz="2400" b="0" i="0">
                <a:solidFill>
                  <a:schemeClr val="bg1"/>
                </a:solidFill>
                <a:latin typeface="Yu Gothic Medium" panose="020B0400000000000000" pitchFamily="34" charset="-128"/>
                <a:ea typeface="Yu Gothic Medium" panose="020B0400000000000000" pitchFamily="34" charset="-128"/>
              </a:defRPr>
            </a:lvl1pPr>
          </a:lstStyle>
          <a:p>
            <a:pPr lvl="0"/>
            <a:r>
              <a:rPr kumimoji="1" lang="ja-JP" altLang="en-US"/>
              <a:t>マスター テキストの書式設定</a:t>
            </a:r>
            <a:endParaRPr kumimoji="1" lang="en-US" altLang="ja-JP" dirty="0"/>
          </a:p>
        </p:txBody>
      </p:sp>
      <p:sp>
        <p:nvSpPr>
          <p:cNvPr id="34" name="テキスト プレースホルダー 12">
            <a:extLst>
              <a:ext uri="{FF2B5EF4-FFF2-40B4-BE49-F238E27FC236}">
                <a16:creationId xmlns:a16="http://schemas.microsoft.com/office/drawing/2014/main" id="{DEB31560-106F-9E76-636E-0F05A7A9EA79}"/>
              </a:ext>
            </a:extLst>
          </p:cNvPr>
          <p:cNvSpPr>
            <a:spLocks noGrp="1"/>
          </p:cNvSpPr>
          <p:nvPr>
            <p:ph type="body" sz="quarter" idx="29" hasCustomPrompt="1"/>
          </p:nvPr>
        </p:nvSpPr>
        <p:spPr>
          <a:xfrm>
            <a:off x="6233990" y="3569588"/>
            <a:ext cx="468000" cy="663575"/>
          </a:xfrm>
          <a:prstGeom prst="rect">
            <a:avLst/>
          </a:prstGeom>
        </p:spPr>
        <p:txBody>
          <a:bodyPr lIns="0" tIns="0" rIns="0" bIns="0">
            <a:noAutofit/>
          </a:bodyPr>
          <a:lstStyle>
            <a:lvl1pPr marL="0" indent="0" defTabSz="479968">
              <a:buNone/>
              <a:defRPr sz="2400" b="1" i="0">
                <a:solidFill>
                  <a:schemeClr val="bg1"/>
                </a:solidFill>
                <a:latin typeface="Yu Gothic" panose="020B0400000000000000" pitchFamily="34" charset="-128"/>
                <a:ea typeface="Yu Gothic" panose="020B0400000000000000" pitchFamily="34" charset="-128"/>
              </a:defRPr>
            </a:lvl1pPr>
          </a:lstStyle>
          <a:p>
            <a:pPr lvl="0"/>
            <a:r>
              <a:rPr kumimoji="1" lang="en-US" altLang="ja-JP" dirty="0"/>
              <a:t>00</a:t>
            </a:r>
          </a:p>
        </p:txBody>
      </p:sp>
      <p:sp>
        <p:nvSpPr>
          <p:cNvPr id="35" name="テキスト プレースホルダー 12">
            <a:extLst>
              <a:ext uri="{FF2B5EF4-FFF2-40B4-BE49-F238E27FC236}">
                <a16:creationId xmlns:a16="http://schemas.microsoft.com/office/drawing/2014/main" id="{307C89E4-4EEC-59A3-028E-618478397662}"/>
              </a:ext>
            </a:extLst>
          </p:cNvPr>
          <p:cNvSpPr>
            <a:spLocks noGrp="1"/>
          </p:cNvSpPr>
          <p:nvPr>
            <p:ph type="body" sz="quarter" idx="30"/>
          </p:nvPr>
        </p:nvSpPr>
        <p:spPr>
          <a:xfrm>
            <a:off x="6720709" y="3569588"/>
            <a:ext cx="4571687" cy="663575"/>
          </a:xfrm>
          <a:prstGeom prst="rect">
            <a:avLst/>
          </a:prstGeom>
        </p:spPr>
        <p:txBody>
          <a:bodyPr lIns="0" tIns="0" rIns="0" bIns="0">
            <a:noAutofit/>
          </a:bodyPr>
          <a:lstStyle>
            <a:lvl1pPr marL="0" indent="0" defTabSz="479968">
              <a:buNone/>
              <a:defRPr sz="2400" b="0" i="0">
                <a:solidFill>
                  <a:schemeClr val="bg1"/>
                </a:solidFill>
                <a:latin typeface="Yu Gothic Medium" panose="020B0400000000000000" pitchFamily="34" charset="-128"/>
                <a:ea typeface="Yu Gothic Medium" panose="020B0400000000000000" pitchFamily="34" charset="-128"/>
              </a:defRPr>
            </a:lvl1pPr>
          </a:lstStyle>
          <a:p>
            <a:pPr lvl="0"/>
            <a:r>
              <a:rPr kumimoji="1" lang="ja-JP" altLang="en-US"/>
              <a:t>マスター テキストの書式設定</a:t>
            </a:r>
            <a:endParaRPr kumimoji="1" lang="en-US" altLang="ja-JP" dirty="0"/>
          </a:p>
        </p:txBody>
      </p:sp>
      <p:sp>
        <p:nvSpPr>
          <p:cNvPr id="36" name="テキスト プレースホルダー 12">
            <a:extLst>
              <a:ext uri="{FF2B5EF4-FFF2-40B4-BE49-F238E27FC236}">
                <a16:creationId xmlns:a16="http://schemas.microsoft.com/office/drawing/2014/main" id="{24F66FE5-C955-A305-0224-0B259FD60047}"/>
              </a:ext>
            </a:extLst>
          </p:cNvPr>
          <p:cNvSpPr>
            <a:spLocks noGrp="1"/>
          </p:cNvSpPr>
          <p:nvPr>
            <p:ph type="body" sz="quarter" idx="31" hasCustomPrompt="1"/>
          </p:nvPr>
        </p:nvSpPr>
        <p:spPr>
          <a:xfrm>
            <a:off x="6233990" y="4482833"/>
            <a:ext cx="468000" cy="663575"/>
          </a:xfrm>
          <a:prstGeom prst="rect">
            <a:avLst/>
          </a:prstGeom>
        </p:spPr>
        <p:txBody>
          <a:bodyPr lIns="0" tIns="0" rIns="0" bIns="0">
            <a:noAutofit/>
          </a:bodyPr>
          <a:lstStyle>
            <a:lvl1pPr marL="0" indent="0" defTabSz="479968">
              <a:buNone/>
              <a:defRPr sz="2400" b="1" i="0">
                <a:solidFill>
                  <a:schemeClr val="bg1"/>
                </a:solidFill>
                <a:latin typeface="Yu Gothic" panose="020B0400000000000000" pitchFamily="34" charset="-128"/>
                <a:ea typeface="Yu Gothic" panose="020B0400000000000000" pitchFamily="34" charset="-128"/>
              </a:defRPr>
            </a:lvl1pPr>
          </a:lstStyle>
          <a:p>
            <a:pPr lvl="0"/>
            <a:r>
              <a:rPr kumimoji="1" lang="en-US" altLang="ja-JP" dirty="0"/>
              <a:t>00</a:t>
            </a:r>
          </a:p>
        </p:txBody>
      </p:sp>
      <p:sp>
        <p:nvSpPr>
          <p:cNvPr id="37" name="テキスト プレースホルダー 12">
            <a:extLst>
              <a:ext uri="{FF2B5EF4-FFF2-40B4-BE49-F238E27FC236}">
                <a16:creationId xmlns:a16="http://schemas.microsoft.com/office/drawing/2014/main" id="{0B91C1DC-F44C-236D-37A6-96B0E54A10E5}"/>
              </a:ext>
            </a:extLst>
          </p:cNvPr>
          <p:cNvSpPr>
            <a:spLocks noGrp="1"/>
          </p:cNvSpPr>
          <p:nvPr>
            <p:ph type="body" sz="quarter" idx="32"/>
          </p:nvPr>
        </p:nvSpPr>
        <p:spPr>
          <a:xfrm>
            <a:off x="6720709" y="4482833"/>
            <a:ext cx="4571687" cy="663575"/>
          </a:xfrm>
          <a:prstGeom prst="rect">
            <a:avLst/>
          </a:prstGeom>
        </p:spPr>
        <p:txBody>
          <a:bodyPr lIns="0" tIns="0" rIns="0" bIns="0">
            <a:noAutofit/>
          </a:bodyPr>
          <a:lstStyle>
            <a:lvl1pPr marL="0" indent="0" defTabSz="479968">
              <a:buNone/>
              <a:defRPr sz="2400" b="0" i="0">
                <a:solidFill>
                  <a:schemeClr val="bg1"/>
                </a:solidFill>
                <a:latin typeface="Yu Gothic Medium" panose="020B0400000000000000" pitchFamily="34" charset="-128"/>
                <a:ea typeface="Yu Gothic Medium" panose="020B0400000000000000" pitchFamily="34" charset="-128"/>
              </a:defRPr>
            </a:lvl1pPr>
          </a:lstStyle>
          <a:p>
            <a:pPr lvl="0"/>
            <a:r>
              <a:rPr kumimoji="1" lang="ja-JP" altLang="en-US"/>
              <a:t>マスター テキストの書式設定</a:t>
            </a:r>
            <a:endParaRPr kumimoji="1" lang="en-US" altLang="ja-JP" dirty="0"/>
          </a:p>
        </p:txBody>
      </p:sp>
    </p:spTree>
    <p:extLst>
      <p:ext uri="{BB962C8B-B14F-4D97-AF65-F5344CB8AC3E}">
        <p14:creationId xmlns:p14="http://schemas.microsoft.com/office/powerpoint/2010/main" val="362314611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本文ページ（企業理念）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8AE19E5A-C399-4861-2D7D-879AA1F0C84F}"/>
              </a:ext>
            </a:extLst>
          </p:cNvPr>
          <p:cNvSpPr txBox="1">
            <a:spLocks/>
          </p:cNvSpPr>
          <p:nvPr userDrawn="1"/>
        </p:nvSpPr>
        <p:spPr>
          <a:xfrm>
            <a:off x="325402" y="6394865"/>
            <a:ext cx="2743200" cy="331932"/>
          </a:xfrm>
          <a:prstGeom prst="rect">
            <a:avLst/>
          </a:prstGeom>
        </p:spPr>
        <p:txBody>
          <a:bodyPr/>
          <a:lstStyle>
            <a:defPPr>
              <a:defRPr lang="en-US"/>
            </a:defPPr>
            <a:lvl1pPr marL="0" algn="l" defTabSz="304670" rtl="0" eaLnBrk="1" latinLnBrk="0" hangingPunct="1">
              <a:defRPr sz="20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pPr algn="l"/>
            <a:r>
              <a:rPr kumimoji="1" lang="en" altLang="ja-JP" sz="700" dirty="0">
                <a:solidFill>
                  <a:schemeClr val="tx1"/>
                </a:solidFill>
              </a:rPr>
              <a:t>ⓒ ITOCHU Techno-Solutions Corporation</a:t>
            </a:r>
            <a:endParaRPr kumimoji="1" lang="ja-JP" altLang="en-US" sz="700">
              <a:solidFill>
                <a:schemeClr val="tx1"/>
              </a:solidFill>
            </a:endParaRPr>
          </a:p>
        </p:txBody>
      </p:sp>
      <p:sp>
        <p:nvSpPr>
          <p:cNvPr id="8" name="Slide Number Placeholder 5">
            <a:extLst>
              <a:ext uri="{FF2B5EF4-FFF2-40B4-BE49-F238E27FC236}">
                <a16:creationId xmlns:a16="http://schemas.microsoft.com/office/drawing/2014/main" id="{5B88EED6-B583-2F6F-A5EB-452C22B7FA9E}"/>
              </a:ext>
            </a:extLst>
          </p:cNvPr>
          <p:cNvSpPr txBox="1">
            <a:spLocks/>
          </p:cNvSpPr>
          <p:nvPr userDrawn="1"/>
        </p:nvSpPr>
        <p:spPr>
          <a:xfrm>
            <a:off x="9133618" y="6326799"/>
            <a:ext cx="2743200" cy="299462"/>
          </a:xfrm>
          <a:prstGeom prst="rect">
            <a:avLst/>
          </a:prstGeom>
        </p:spPr>
        <p:txBody>
          <a:bodyPr anchor="b"/>
          <a:lstStyle>
            <a:defPPr>
              <a:defRPr lang="en-US"/>
            </a:defPPr>
            <a:lvl1pPr marL="0" algn="r" defTabSz="304670" rtl="0" eaLnBrk="1" latinLnBrk="0" hangingPunct="1">
              <a:defRPr sz="16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fld id="{F61D7DA0-AA9A-8342-BE3E-6EB34F8DE2BC}" type="slidenum">
              <a:rPr kumimoji="1" lang="ja-JP" altLang="en-US" sz="1600" smtClean="0">
                <a:solidFill>
                  <a:schemeClr val="tx1"/>
                </a:solidFill>
              </a:rPr>
              <a:pPr/>
              <a:t>‹#›</a:t>
            </a:fld>
            <a:endParaRPr kumimoji="1" lang="ja-JP" altLang="en-US" sz="1600">
              <a:solidFill>
                <a:schemeClr val="tx1"/>
              </a:solidFill>
            </a:endParaRPr>
          </a:p>
        </p:txBody>
      </p:sp>
      <p:sp>
        <p:nvSpPr>
          <p:cNvPr id="5" name="テキスト プレースホルダー 12">
            <a:extLst>
              <a:ext uri="{FF2B5EF4-FFF2-40B4-BE49-F238E27FC236}">
                <a16:creationId xmlns:a16="http://schemas.microsoft.com/office/drawing/2014/main" id="{7282B64C-EDB8-C704-5767-47C3586344FB}"/>
              </a:ext>
            </a:extLst>
          </p:cNvPr>
          <p:cNvSpPr>
            <a:spLocks noGrp="1"/>
          </p:cNvSpPr>
          <p:nvPr>
            <p:ph type="body" sz="quarter" idx="17" hasCustomPrompt="1"/>
          </p:nvPr>
        </p:nvSpPr>
        <p:spPr>
          <a:xfrm>
            <a:off x="398024" y="347571"/>
            <a:ext cx="9360000" cy="432000"/>
          </a:xfrm>
          <a:prstGeom prst="rect">
            <a:avLst/>
          </a:prstGeom>
        </p:spPr>
        <p:txBody>
          <a:bodyPr lIns="0" tIns="0" rIns="0">
            <a:noAutofit/>
          </a:bodyPr>
          <a:lstStyle>
            <a:lvl1pPr marL="0" indent="0">
              <a:buNone/>
              <a:defRPr sz="2800" b="1" i="0">
                <a:solidFill>
                  <a:schemeClr val="tx1"/>
                </a:solidFill>
                <a:latin typeface="Yu Gothic" panose="020B0400000000000000" pitchFamily="34" charset="-128"/>
                <a:ea typeface="Yu Gothic" panose="020B0400000000000000" pitchFamily="34" charset="-128"/>
              </a:defRPr>
            </a:lvl1pPr>
          </a:lstStyle>
          <a:p>
            <a:pPr lvl="0"/>
            <a:r>
              <a:rPr kumimoji="1" lang="ja-JP" altLang="en-US"/>
              <a:t>タイトルの書式設定</a:t>
            </a:r>
          </a:p>
        </p:txBody>
      </p:sp>
      <p:sp>
        <p:nvSpPr>
          <p:cNvPr id="6" name="テキスト プレースホルダー 12">
            <a:extLst>
              <a:ext uri="{FF2B5EF4-FFF2-40B4-BE49-F238E27FC236}">
                <a16:creationId xmlns:a16="http://schemas.microsoft.com/office/drawing/2014/main" id="{BFE08C99-5A98-5941-2FB8-98F410AE01C8}"/>
              </a:ext>
            </a:extLst>
          </p:cNvPr>
          <p:cNvSpPr>
            <a:spLocks noGrp="1"/>
          </p:cNvSpPr>
          <p:nvPr>
            <p:ph type="body" sz="quarter" idx="15" hasCustomPrompt="1"/>
          </p:nvPr>
        </p:nvSpPr>
        <p:spPr>
          <a:xfrm>
            <a:off x="814918" y="1268414"/>
            <a:ext cx="10562800" cy="4944102"/>
          </a:xfrm>
          <a:prstGeom prst="rect">
            <a:avLst/>
          </a:prstGeom>
        </p:spPr>
        <p:txBody>
          <a:bodyPr lIns="0" tIns="0" rIns="0" bIns="0">
            <a:noAutofit/>
          </a:bodyPr>
          <a:lstStyle>
            <a:lvl1pPr marL="342900" indent="-342900" defTabSz="479968">
              <a:buFont typeface="Arial" panose="020B0604020202020204" pitchFamily="34" charset="0"/>
              <a:buChar char="•"/>
              <a:defRPr sz="2800" b="0" i="0">
                <a:solidFill>
                  <a:schemeClr val="tx1"/>
                </a:solidFill>
                <a:latin typeface="Yu Gothic Medium" panose="020B0400000000000000" pitchFamily="34" charset="-128"/>
                <a:ea typeface="Yu Gothic Medium" panose="020B0400000000000000" pitchFamily="34" charset="-128"/>
              </a:defRPr>
            </a:lvl1pPr>
            <a:lvl2pPr>
              <a:defRPr b="0" i="0">
                <a:solidFill>
                  <a:schemeClr val="tx1"/>
                </a:solidFill>
                <a:latin typeface="Yu Gothic Medium" panose="020B0400000000000000" pitchFamily="34" charset="-128"/>
                <a:ea typeface="Yu Gothic Medium" panose="020B0400000000000000" pitchFamily="34" charset="-128"/>
              </a:defRPr>
            </a:lvl2pPr>
            <a:lvl3pPr>
              <a:defRPr b="0" i="0">
                <a:solidFill>
                  <a:schemeClr val="tx1"/>
                </a:solidFill>
                <a:latin typeface="Yu Gothic Medium" panose="020B0400000000000000" pitchFamily="34" charset="-128"/>
                <a:ea typeface="Yu Gothic Medium" panose="020B0400000000000000" pitchFamily="34" charset="-128"/>
              </a:defRPr>
            </a:lvl3pPr>
            <a:lvl4pPr>
              <a:defRPr b="0" i="0">
                <a:solidFill>
                  <a:schemeClr val="tx1"/>
                </a:solidFill>
                <a:latin typeface="Yu Gothic Medium" panose="020B0400000000000000" pitchFamily="34" charset="-128"/>
                <a:ea typeface="Yu Gothic Medium" panose="020B0400000000000000" pitchFamily="34" charset="-128"/>
              </a:defRPr>
            </a:lvl4pPr>
            <a:lvl5pPr>
              <a:defRPr b="0" i="0">
                <a:solidFill>
                  <a:schemeClr val="tx1"/>
                </a:solidFill>
                <a:latin typeface="Yu Gothic Medium" panose="020B0400000000000000" pitchFamily="34" charset="-128"/>
                <a:ea typeface="Yu Gothic Medium" panose="020B0400000000000000" pitchFamily="34" charset="-128"/>
              </a:defRPr>
            </a:lvl5pPr>
            <a:lvl6pPr>
              <a:defRPr b="0" i="0">
                <a:solidFill>
                  <a:schemeClr val="bg1"/>
                </a:solidFill>
                <a:latin typeface="Yu Gothic Medium" panose="020B0400000000000000" pitchFamily="34" charset="-128"/>
                <a:ea typeface="Yu Gothic Medium" panose="020B0400000000000000" pitchFamily="34" charset="-128"/>
              </a:defRPr>
            </a:lvl6pPr>
            <a:lvl7pPr>
              <a:defRPr b="0" i="0">
                <a:solidFill>
                  <a:schemeClr val="bg1"/>
                </a:solidFill>
              </a:defRPr>
            </a:lvl7pPr>
          </a:lstStyle>
          <a:p>
            <a:pPr lvl="0"/>
            <a:r>
              <a:rPr kumimoji="1" lang="ja-JP" altLang="en-US"/>
              <a:t>テキストの書式設定</a:t>
            </a:r>
            <a:endParaRPr kumimoji="1" lang="en-US" altLang="ja-JP" dirty="0"/>
          </a:p>
          <a:p>
            <a:pPr lvl="1"/>
            <a:r>
              <a:rPr kumimoji="1" lang="ja-JP" altLang="en-US"/>
              <a:t>テキスト</a:t>
            </a:r>
            <a:endParaRPr kumimoji="1" lang="en-US" altLang="ja-JP" dirty="0"/>
          </a:p>
          <a:p>
            <a:pPr lvl="2"/>
            <a:r>
              <a:rPr kumimoji="1" lang="ja-JP" altLang="en-US"/>
              <a:t>テキスト</a:t>
            </a:r>
            <a:endParaRPr kumimoji="1" lang="en-US" altLang="ja-JP" dirty="0"/>
          </a:p>
          <a:p>
            <a:pPr lvl="3"/>
            <a:r>
              <a:rPr kumimoji="1" lang="ja-JP" altLang="en-US"/>
              <a:t>テキスト</a:t>
            </a:r>
            <a:endParaRPr kumimoji="1" lang="en-US" altLang="ja-JP" dirty="0"/>
          </a:p>
          <a:p>
            <a:pPr lvl="4"/>
            <a:r>
              <a:rPr kumimoji="1" lang="ja-JP" altLang="en-US"/>
              <a:t>テキスト</a:t>
            </a:r>
            <a:endParaRPr kumimoji="1" lang="en-US" altLang="ja-JP" dirty="0"/>
          </a:p>
        </p:txBody>
      </p:sp>
    </p:spTree>
    <p:extLst>
      <p:ext uri="{BB962C8B-B14F-4D97-AF65-F5344CB8AC3E}">
        <p14:creationId xmlns:p14="http://schemas.microsoft.com/office/powerpoint/2010/main" val="1932787726"/>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本文ページ（企業理念）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8AE19E5A-C399-4861-2D7D-879AA1F0C84F}"/>
              </a:ext>
            </a:extLst>
          </p:cNvPr>
          <p:cNvSpPr txBox="1">
            <a:spLocks/>
          </p:cNvSpPr>
          <p:nvPr userDrawn="1"/>
        </p:nvSpPr>
        <p:spPr>
          <a:xfrm>
            <a:off x="325402" y="6394865"/>
            <a:ext cx="2743200" cy="331932"/>
          </a:xfrm>
          <a:prstGeom prst="rect">
            <a:avLst/>
          </a:prstGeom>
        </p:spPr>
        <p:txBody>
          <a:bodyPr/>
          <a:lstStyle>
            <a:defPPr>
              <a:defRPr lang="en-US"/>
            </a:defPPr>
            <a:lvl1pPr marL="0" algn="l" defTabSz="304670" rtl="0" eaLnBrk="1" latinLnBrk="0" hangingPunct="1">
              <a:defRPr sz="20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pPr algn="l"/>
            <a:r>
              <a:rPr kumimoji="1" lang="en" altLang="ja-JP" sz="700" dirty="0">
                <a:solidFill>
                  <a:schemeClr val="tx1"/>
                </a:solidFill>
              </a:rPr>
              <a:t>ⓒ ITOCHU Techno-Solutions Corporation</a:t>
            </a:r>
            <a:endParaRPr kumimoji="1" lang="ja-JP" altLang="en-US" sz="700">
              <a:solidFill>
                <a:schemeClr val="tx1"/>
              </a:solidFill>
            </a:endParaRPr>
          </a:p>
        </p:txBody>
      </p:sp>
      <p:sp>
        <p:nvSpPr>
          <p:cNvPr id="8" name="Slide Number Placeholder 5">
            <a:extLst>
              <a:ext uri="{FF2B5EF4-FFF2-40B4-BE49-F238E27FC236}">
                <a16:creationId xmlns:a16="http://schemas.microsoft.com/office/drawing/2014/main" id="{5B88EED6-B583-2F6F-A5EB-452C22B7FA9E}"/>
              </a:ext>
            </a:extLst>
          </p:cNvPr>
          <p:cNvSpPr txBox="1">
            <a:spLocks/>
          </p:cNvSpPr>
          <p:nvPr userDrawn="1"/>
        </p:nvSpPr>
        <p:spPr>
          <a:xfrm>
            <a:off x="9133618" y="6326799"/>
            <a:ext cx="2743200" cy="299462"/>
          </a:xfrm>
          <a:prstGeom prst="rect">
            <a:avLst/>
          </a:prstGeom>
        </p:spPr>
        <p:txBody>
          <a:bodyPr anchor="b"/>
          <a:lstStyle>
            <a:defPPr>
              <a:defRPr lang="en-US"/>
            </a:defPPr>
            <a:lvl1pPr marL="0" algn="r" defTabSz="304670" rtl="0" eaLnBrk="1" latinLnBrk="0" hangingPunct="1">
              <a:defRPr sz="16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fld id="{F61D7DA0-AA9A-8342-BE3E-6EB34F8DE2BC}" type="slidenum">
              <a:rPr kumimoji="1" lang="ja-JP" altLang="en-US" sz="1600" smtClean="0">
                <a:solidFill>
                  <a:schemeClr val="tx1"/>
                </a:solidFill>
              </a:rPr>
              <a:pPr/>
              <a:t>‹#›</a:t>
            </a:fld>
            <a:endParaRPr kumimoji="1" lang="ja-JP" altLang="en-US" sz="1600">
              <a:solidFill>
                <a:schemeClr val="tx1"/>
              </a:solidFill>
            </a:endParaRPr>
          </a:p>
        </p:txBody>
      </p:sp>
      <p:sp>
        <p:nvSpPr>
          <p:cNvPr id="3" name="テキスト プレースホルダー 12">
            <a:extLst>
              <a:ext uri="{FF2B5EF4-FFF2-40B4-BE49-F238E27FC236}">
                <a16:creationId xmlns:a16="http://schemas.microsoft.com/office/drawing/2014/main" id="{ADAC60F2-77BC-A841-163E-CA8CF97DAE44}"/>
              </a:ext>
            </a:extLst>
          </p:cNvPr>
          <p:cNvSpPr>
            <a:spLocks noGrp="1"/>
          </p:cNvSpPr>
          <p:nvPr>
            <p:ph type="body" sz="quarter" idx="18" hasCustomPrompt="1"/>
          </p:nvPr>
        </p:nvSpPr>
        <p:spPr>
          <a:xfrm>
            <a:off x="398024" y="347571"/>
            <a:ext cx="9360000" cy="432000"/>
          </a:xfrm>
          <a:prstGeom prst="rect">
            <a:avLst/>
          </a:prstGeom>
        </p:spPr>
        <p:txBody>
          <a:bodyPr lIns="0" tIns="0" rIns="0">
            <a:noAutofit/>
          </a:bodyPr>
          <a:lstStyle>
            <a:lvl1pPr marL="0" indent="0">
              <a:buNone/>
              <a:defRPr sz="2800" b="1" i="0">
                <a:solidFill>
                  <a:schemeClr val="tx1"/>
                </a:solidFill>
                <a:latin typeface="Yu Gothic" panose="020B0400000000000000" pitchFamily="34" charset="-128"/>
                <a:ea typeface="Yu Gothic" panose="020B0400000000000000" pitchFamily="34" charset="-128"/>
              </a:defRPr>
            </a:lvl1pPr>
          </a:lstStyle>
          <a:p>
            <a:pPr lvl="0"/>
            <a:r>
              <a:rPr kumimoji="1" lang="ja-JP" altLang="en-US"/>
              <a:t>タイトルの書式設定</a:t>
            </a:r>
          </a:p>
        </p:txBody>
      </p:sp>
      <p:sp>
        <p:nvSpPr>
          <p:cNvPr id="6" name="テキスト プレースホルダー 12">
            <a:extLst>
              <a:ext uri="{FF2B5EF4-FFF2-40B4-BE49-F238E27FC236}">
                <a16:creationId xmlns:a16="http://schemas.microsoft.com/office/drawing/2014/main" id="{DE9EF57D-32B4-2103-27C7-E329B2BA1C28}"/>
              </a:ext>
            </a:extLst>
          </p:cNvPr>
          <p:cNvSpPr>
            <a:spLocks noGrp="1"/>
          </p:cNvSpPr>
          <p:nvPr>
            <p:ph type="body" sz="quarter" idx="15" hasCustomPrompt="1"/>
          </p:nvPr>
        </p:nvSpPr>
        <p:spPr>
          <a:xfrm>
            <a:off x="814918" y="1268412"/>
            <a:ext cx="4949027" cy="4944104"/>
          </a:xfrm>
          <a:prstGeom prst="rect">
            <a:avLst/>
          </a:prstGeom>
        </p:spPr>
        <p:txBody>
          <a:bodyPr lIns="0" tIns="0" rIns="0" bIns="0">
            <a:noAutofit/>
          </a:bodyPr>
          <a:lstStyle>
            <a:lvl1pPr marL="342900" indent="-342900" defTabSz="479968">
              <a:buFont typeface="Arial" panose="020B0604020202020204" pitchFamily="34" charset="0"/>
              <a:buChar char="•"/>
              <a:defRPr sz="2800" b="0" i="0">
                <a:solidFill>
                  <a:schemeClr val="tx1"/>
                </a:solidFill>
                <a:latin typeface="Yu Gothic Medium" panose="020B0400000000000000" pitchFamily="34" charset="-128"/>
                <a:ea typeface="Yu Gothic Medium" panose="020B0400000000000000" pitchFamily="34" charset="-128"/>
              </a:defRPr>
            </a:lvl1pPr>
            <a:lvl2pPr>
              <a:defRPr b="0" i="0">
                <a:solidFill>
                  <a:schemeClr val="tx1"/>
                </a:solidFill>
                <a:latin typeface="Yu Gothic Medium" panose="020B0400000000000000" pitchFamily="34" charset="-128"/>
                <a:ea typeface="Yu Gothic Medium" panose="020B0400000000000000" pitchFamily="34" charset="-128"/>
              </a:defRPr>
            </a:lvl2pPr>
            <a:lvl3pPr>
              <a:defRPr b="0" i="0">
                <a:solidFill>
                  <a:schemeClr val="tx1"/>
                </a:solidFill>
                <a:latin typeface="Yu Gothic Medium" panose="020B0400000000000000" pitchFamily="34" charset="-128"/>
                <a:ea typeface="Yu Gothic Medium" panose="020B0400000000000000" pitchFamily="34" charset="-128"/>
              </a:defRPr>
            </a:lvl3pPr>
            <a:lvl4pPr>
              <a:defRPr b="0" i="0">
                <a:solidFill>
                  <a:schemeClr val="tx1"/>
                </a:solidFill>
                <a:latin typeface="Yu Gothic Medium" panose="020B0400000000000000" pitchFamily="34" charset="-128"/>
                <a:ea typeface="Yu Gothic Medium" panose="020B0400000000000000" pitchFamily="34" charset="-128"/>
              </a:defRPr>
            </a:lvl4pPr>
            <a:lvl5pPr>
              <a:defRPr b="0" i="0">
                <a:solidFill>
                  <a:schemeClr val="tx1"/>
                </a:solidFill>
                <a:latin typeface="Yu Gothic Medium" panose="020B0400000000000000" pitchFamily="34" charset="-128"/>
                <a:ea typeface="Yu Gothic Medium" panose="020B0400000000000000" pitchFamily="34" charset="-128"/>
              </a:defRPr>
            </a:lvl5pPr>
            <a:lvl6pPr>
              <a:defRPr b="0" i="0">
                <a:solidFill>
                  <a:schemeClr val="bg1"/>
                </a:solidFill>
                <a:latin typeface="Yu Gothic Medium" panose="020B0400000000000000" pitchFamily="34" charset="-128"/>
                <a:ea typeface="Yu Gothic Medium" panose="020B0400000000000000" pitchFamily="34" charset="-128"/>
              </a:defRPr>
            </a:lvl6pPr>
            <a:lvl7pPr>
              <a:defRPr b="0" i="0">
                <a:solidFill>
                  <a:schemeClr val="bg1"/>
                </a:solidFill>
                <a:latin typeface="Yu Gothic Medium" panose="020B0400000000000000" pitchFamily="34" charset="-128"/>
                <a:ea typeface="Yu Gothic Medium" panose="020B0400000000000000" pitchFamily="34" charset="-128"/>
              </a:defRPr>
            </a:lvl7pPr>
          </a:lstStyle>
          <a:p>
            <a:pPr lvl="0"/>
            <a:r>
              <a:rPr kumimoji="1" lang="ja-JP" altLang="en-US"/>
              <a:t>テキストの書式設定</a:t>
            </a:r>
            <a:endParaRPr kumimoji="1" lang="en-US" altLang="ja-JP" dirty="0"/>
          </a:p>
          <a:p>
            <a:pPr lvl="1"/>
            <a:r>
              <a:rPr kumimoji="1" lang="ja-JP" altLang="en-US"/>
              <a:t>テキスト</a:t>
            </a:r>
            <a:endParaRPr kumimoji="1" lang="en-US" altLang="ja-JP" dirty="0"/>
          </a:p>
          <a:p>
            <a:pPr lvl="2"/>
            <a:r>
              <a:rPr kumimoji="1" lang="ja-JP" altLang="en-US"/>
              <a:t>テキスト</a:t>
            </a:r>
            <a:endParaRPr kumimoji="1" lang="en-US" altLang="ja-JP" dirty="0"/>
          </a:p>
          <a:p>
            <a:pPr lvl="3"/>
            <a:r>
              <a:rPr kumimoji="1" lang="ja-JP" altLang="en-US"/>
              <a:t>テキスト</a:t>
            </a:r>
            <a:endParaRPr kumimoji="1" lang="en-US" altLang="ja-JP" dirty="0"/>
          </a:p>
          <a:p>
            <a:pPr lvl="4"/>
            <a:r>
              <a:rPr kumimoji="1" lang="ja-JP" altLang="en-US"/>
              <a:t>テキスト</a:t>
            </a:r>
            <a:endParaRPr kumimoji="1" lang="en-US" altLang="ja-JP" dirty="0"/>
          </a:p>
        </p:txBody>
      </p:sp>
      <p:sp>
        <p:nvSpPr>
          <p:cNvPr id="9" name="テキスト プレースホルダー 12">
            <a:extLst>
              <a:ext uri="{FF2B5EF4-FFF2-40B4-BE49-F238E27FC236}">
                <a16:creationId xmlns:a16="http://schemas.microsoft.com/office/drawing/2014/main" id="{2F3B4668-196C-8CE9-E98D-A056EFC0A0B1}"/>
              </a:ext>
            </a:extLst>
          </p:cNvPr>
          <p:cNvSpPr>
            <a:spLocks noGrp="1"/>
          </p:cNvSpPr>
          <p:nvPr>
            <p:ph type="body" sz="quarter" idx="17" hasCustomPrompt="1"/>
          </p:nvPr>
        </p:nvSpPr>
        <p:spPr>
          <a:xfrm>
            <a:off x="6428691" y="1268414"/>
            <a:ext cx="4949027" cy="4944104"/>
          </a:xfrm>
          <a:prstGeom prst="rect">
            <a:avLst/>
          </a:prstGeom>
        </p:spPr>
        <p:txBody>
          <a:bodyPr lIns="0" tIns="0" rIns="0" bIns="0">
            <a:noAutofit/>
          </a:bodyPr>
          <a:lstStyle>
            <a:lvl1pPr marL="342900" indent="-342900" defTabSz="479968">
              <a:buFont typeface="Arial" panose="020B0604020202020204" pitchFamily="34" charset="0"/>
              <a:buChar char="•"/>
              <a:defRPr sz="2800" b="0" i="0">
                <a:solidFill>
                  <a:schemeClr val="tx1"/>
                </a:solidFill>
                <a:latin typeface="Yu Gothic Medium" panose="020B0400000000000000" pitchFamily="34" charset="-128"/>
                <a:ea typeface="Yu Gothic Medium" panose="020B0400000000000000" pitchFamily="34" charset="-128"/>
              </a:defRPr>
            </a:lvl1pPr>
            <a:lvl2pPr>
              <a:defRPr b="0" i="0">
                <a:solidFill>
                  <a:schemeClr val="tx1"/>
                </a:solidFill>
                <a:latin typeface="Yu Gothic Medium" panose="020B0400000000000000" pitchFamily="34" charset="-128"/>
                <a:ea typeface="Yu Gothic Medium" panose="020B0400000000000000" pitchFamily="34" charset="-128"/>
              </a:defRPr>
            </a:lvl2pPr>
            <a:lvl3pPr>
              <a:defRPr b="0" i="0">
                <a:solidFill>
                  <a:schemeClr val="tx1"/>
                </a:solidFill>
                <a:latin typeface="Yu Gothic Medium" panose="020B0400000000000000" pitchFamily="34" charset="-128"/>
                <a:ea typeface="Yu Gothic Medium" panose="020B0400000000000000" pitchFamily="34" charset="-128"/>
              </a:defRPr>
            </a:lvl3pPr>
            <a:lvl4pPr>
              <a:defRPr b="0" i="0">
                <a:solidFill>
                  <a:schemeClr val="tx1"/>
                </a:solidFill>
                <a:latin typeface="Yu Gothic Medium" panose="020B0400000000000000" pitchFamily="34" charset="-128"/>
                <a:ea typeface="Yu Gothic Medium" panose="020B0400000000000000" pitchFamily="34" charset="-128"/>
              </a:defRPr>
            </a:lvl4pPr>
            <a:lvl5pPr>
              <a:defRPr b="0" i="0">
                <a:solidFill>
                  <a:schemeClr val="tx1"/>
                </a:solidFill>
                <a:latin typeface="Yu Gothic Medium" panose="020B0400000000000000" pitchFamily="34" charset="-128"/>
                <a:ea typeface="Yu Gothic Medium" panose="020B0400000000000000" pitchFamily="34" charset="-128"/>
              </a:defRPr>
            </a:lvl5pPr>
            <a:lvl6pPr>
              <a:defRPr b="0" i="0">
                <a:solidFill>
                  <a:schemeClr val="bg1"/>
                </a:solidFill>
                <a:latin typeface="Yu Gothic Medium" panose="020B0400000000000000" pitchFamily="34" charset="-128"/>
                <a:ea typeface="Yu Gothic Medium" panose="020B0400000000000000" pitchFamily="34" charset="-128"/>
              </a:defRPr>
            </a:lvl6pPr>
            <a:lvl7pPr>
              <a:defRPr b="0" i="0">
                <a:solidFill>
                  <a:schemeClr val="bg1"/>
                </a:solidFill>
                <a:latin typeface="Yu Gothic Medium" panose="020B0400000000000000" pitchFamily="34" charset="-128"/>
                <a:ea typeface="Yu Gothic Medium" panose="020B0400000000000000" pitchFamily="34" charset="-128"/>
              </a:defRPr>
            </a:lvl7pPr>
          </a:lstStyle>
          <a:p>
            <a:pPr lvl="0"/>
            <a:r>
              <a:rPr kumimoji="1" lang="ja-JP" altLang="en-US"/>
              <a:t>テキストの書式設定</a:t>
            </a:r>
            <a:endParaRPr kumimoji="1" lang="en-US" altLang="ja-JP" dirty="0"/>
          </a:p>
          <a:p>
            <a:pPr lvl="1"/>
            <a:r>
              <a:rPr kumimoji="1" lang="ja-JP" altLang="en-US"/>
              <a:t>テキスト</a:t>
            </a:r>
            <a:endParaRPr kumimoji="1" lang="en-US" altLang="ja-JP" dirty="0"/>
          </a:p>
          <a:p>
            <a:pPr lvl="2"/>
            <a:r>
              <a:rPr kumimoji="1" lang="ja-JP" altLang="en-US"/>
              <a:t>テキスト</a:t>
            </a:r>
            <a:endParaRPr kumimoji="1" lang="en-US" altLang="ja-JP" dirty="0"/>
          </a:p>
          <a:p>
            <a:pPr lvl="3"/>
            <a:r>
              <a:rPr kumimoji="1" lang="ja-JP" altLang="en-US"/>
              <a:t>テキスト</a:t>
            </a:r>
            <a:endParaRPr kumimoji="1" lang="en-US" altLang="ja-JP" dirty="0"/>
          </a:p>
          <a:p>
            <a:pPr lvl="4"/>
            <a:r>
              <a:rPr kumimoji="1" lang="ja-JP" altLang="en-US"/>
              <a:t>テキスト</a:t>
            </a:r>
            <a:endParaRPr kumimoji="1" lang="en-US" altLang="ja-JP" dirty="0"/>
          </a:p>
        </p:txBody>
      </p:sp>
    </p:spTree>
    <p:extLst>
      <p:ext uri="{BB962C8B-B14F-4D97-AF65-F5344CB8AC3E}">
        <p14:creationId xmlns:p14="http://schemas.microsoft.com/office/powerpoint/2010/main" val="201430361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企業理念">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DAB09168-8AD5-76C8-00CF-71388BFA2726}"/>
              </a:ext>
            </a:extLst>
          </p:cNvPr>
          <p:cNvSpPr txBox="1">
            <a:spLocks/>
          </p:cNvSpPr>
          <p:nvPr userDrawn="1"/>
        </p:nvSpPr>
        <p:spPr>
          <a:xfrm>
            <a:off x="325402" y="6394865"/>
            <a:ext cx="2743200" cy="331932"/>
          </a:xfrm>
          <a:prstGeom prst="rect">
            <a:avLst/>
          </a:prstGeom>
        </p:spPr>
        <p:txBody>
          <a:bodyPr/>
          <a:lstStyle>
            <a:defPPr>
              <a:defRPr lang="en-US"/>
            </a:defPPr>
            <a:lvl1pPr marL="0" algn="l" defTabSz="304670" rtl="0" eaLnBrk="1" latinLnBrk="0" hangingPunct="1">
              <a:defRPr sz="20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pPr algn="l"/>
            <a:r>
              <a:rPr kumimoji="1" lang="en" altLang="ja-JP" sz="700" dirty="0">
                <a:solidFill>
                  <a:schemeClr val="tx1"/>
                </a:solidFill>
              </a:rPr>
              <a:t>ⓒ ITOCHU Techno-Solutions Corporation</a:t>
            </a:r>
            <a:endParaRPr kumimoji="1" lang="ja-JP" altLang="en-US" sz="700">
              <a:solidFill>
                <a:schemeClr val="tx1"/>
              </a:solidFill>
            </a:endParaRPr>
          </a:p>
        </p:txBody>
      </p:sp>
      <p:sp>
        <p:nvSpPr>
          <p:cNvPr id="5" name="Slide Number Placeholder 5">
            <a:extLst>
              <a:ext uri="{FF2B5EF4-FFF2-40B4-BE49-F238E27FC236}">
                <a16:creationId xmlns:a16="http://schemas.microsoft.com/office/drawing/2014/main" id="{8FBE7E88-E2C1-A3BE-E534-37187DF2CFDD}"/>
              </a:ext>
            </a:extLst>
          </p:cNvPr>
          <p:cNvSpPr txBox="1">
            <a:spLocks/>
          </p:cNvSpPr>
          <p:nvPr userDrawn="1"/>
        </p:nvSpPr>
        <p:spPr>
          <a:xfrm>
            <a:off x="9133618" y="6326799"/>
            <a:ext cx="2743200" cy="299462"/>
          </a:xfrm>
          <a:prstGeom prst="rect">
            <a:avLst/>
          </a:prstGeom>
        </p:spPr>
        <p:txBody>
          <a:bodyPr anchor="b"/>
          <a:lstStyle>
            <a:defPPr>
              <a:defRPr lang="en-US"/>
            </a:defPPr>
            <a:lvl1pPr marL="0" algn="r" defTabSz="304670" rtl="0" eaLnBrk="1" latinLnBrk="0" hangingPunct="1">
              <a:defRPr sz="16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fld id="{F61D7DA0-AA9A-8342-BE3E-6EB34F8DE2BC}" type="slidenum">
              <a:rPr kumimoji="1" lang="ja-JP" altLang="en-US" sz="1600" smtClean="0">
                <a:solidFill>
                  <a:schemeClr val="tx1"/>
                </a:solidFill>
              </a:rPr>
              <a:pPr/>
              <a:t>‹#›</a:t>
            </a:fld>
            <a:endParaRPr kumimoji="1" lang="ja-JP" altLang="en-US" sz="1600">
              <a:solidFill>
                <a:schemeClr val="tx1"/>
              </a:solidFill>
            </a:endParaRPr>
          </a:p>
        </p:txBody>
      </p:sp>
    </p:spTree>
    <p:extLst>
      <p:ext uri="{BB962C8B-B14F-4D97-AF65-F5344CB8AC3E}">
        <p14:creationId xmlns:p14="http://schemas.microsoft.com/office/powerpoint/2010/main" val="180655670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裏表紙（企業理念）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101381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裏表紙（企業理念）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8544705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裏表紙（企業理念）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562965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slideLayout" Target="../slideLayouts/slideLayout10.xml"/><Relationship Id="rId3" Type="http://schemas.openxmlformats.org/officeDocument/2006/relationships/slideLayout" Target="../slideLayouts/slideLayout11.xml"/><Relationship Id="rId4" Type="http://schemas.openxmlformats.org/officeDocument/2006/relationships/slideLayout" Target="../slideLayouts/slideLayout12.xml"/><Relationship Id="rId5" Type="http://schemas.openxmlformats.org/officeDocument/2006/relationships/slideLayout" Target="../slideLayouts/slideLayout13.xml"/><Relationship Id="rId6" Type="http://schemas.openxmlformats.org/officeDocument/2006/relationships/slideLayout" Target="../slideLayouts/slideLayout14.xml"/><Relationship Id="rId7" Type="http://schemas.openxmlformats.org/officeDocument/2006/relationships/slideLayout" Target="../slideLayouts/slideLayout15.xml"/><Relationship Id="rId8" Type="http://schemas.openxmlformats.org/officeDocument/2006/relationships/slideLayout" Target="../slideLayouts/slideLayout16.xml"/><Relationship Id="rId9" Type="http://schemas.openxmlformats.org/officeDocument/2006/relationships/slideLayout" Target="../slideLayouts/slideLayout17.xml"/><Relationship Id="rId10" Type="http://schemas.openxmlformats.org/officeDocument/2006/relationships/slideLayout" Target="../slideLayouts/slideLayout18.xml"/><Relationship Id="rId11" Type="http://schemas.openxmlformats.org/officeDocument/2006/relationships/slideLayout" Target="../slideLayouts/slideLayout19.xml"/><Relationship Id="rId12" Type="http://schemas.openxmlformats.org/officeDocument/2006/relationships/slideLayout" Target="../slideLayouts/slideLayout20.xml"/><Relationship Id="rId13"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slideLayout" Target="../slideLayouts/slideLayout23.xml"/><Relationship Id="rId4" Type="http://schemas.openxmlformats.org/officeDocument/2006/relationships/slideLayout" Target="../slideLayouts/slideLayout24.xml"/><Relationship Id="rId5" Type="http://schemas.openxmlformats.org/officeDocument/2006/relationships/slideLayout" Target="../slideLayouts/slideLayout25.xml"/><Relationship Id="rId6" Type="http://schemas.openxmlformats.org/officeDocument/2006/relationships/slideLayout" Target="../slideLayouts/slideLayout26.xml"/><Relationship Id="rId7" Type="http://schemas.openxmlformats.org/officeDocument/2006/relationships/slideLayout" Target="../slideLayouts/slideLayout27.xml"/><Relationship Id="rId8" Type="http://schemas.openxmlformats.org/officeDocument/2006/relationships/slideLayout" Target="../slideLayouts/slideLayout28.xml"/><Relationship Id="rId9" Type="http://schemas.openxmlformats.org/officeDocument/2006/relationships/slideLayout" Target="../slideLayouts/slideLayout29.xml"/><Relationship Id="rId10" Type="http://schemas.openxmlformats.org/officeDocument/2006/relationships/slideLayout" Target="../slideLayouts/slideLayout30.xml"/><Relationship Id="rId11" Type="http://schemas.openxmlformats.org/officeDocument/2006/relationships/slideLayout" Target="../slideLayouts/slideLayout31.xml"/><Relationship Id="rId12" Type="http://schemas.openxmlformats.org/officeDocument/2006/relationships/slideLayout" Target="../slideLayouts/slideLayout32.xml"/><Relationship Id="rId1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13D86"/>
        </a:solidFill>
        <a:effectLst/>
      </p:bgPr>
    </p:bg>
    <p:spTree>
      <p:nvGrpSpPr>
        <p:cNvPr id="1" name=""/>
        <p:cNvGrpSpPr/>
        <p:nvPr/>
      </p:nvGrpSpPr>
      <p:grpSpPr>
        <a:xfrm>
          <a:off x="0" y="0"/>
          <a:ext cx="0" cy="0"/>
          <a:chOff x="0" y="0"/>
          <a:chExt cx="0" cy="0"/>
        </a:xfrm>
      </p:grpSpPr>
      <p:grpSp>
        <p:nvGrpSpPr>
          <p:cNvPr id="36" name="Group 35">
            <a:extLst>
              <a:ext uri="{FF2B5EF4-FFF2-40B4-BE49-F238E27FC236}">
                <a16:creationId xmlns:a16="http://schemas.microsoft.com/office/drawing/2014/main" id="{00313959-3595-5645-CE7E-5EB9586AC0E5}"/>
              </a:ext>
            </a:extLst>
          </p:cNvPr>
          <p:cNvGrpSpPr/>
          <p:nvPr userDrawn="1"/>
        </p:nvGrpSpPr>
        <p:grpSpPr>
          <a:xfrm>
            <a:off x="-917979" y="0"/>
            <a:ext cx="285713" cy="6858000"/>
            <a:chOff x="-917979" y="0"/>
            <a:chExt cx="285713" cy="6858000"/>
          </a:xfrm>
        </p:grpSpPr>
        <p:sp>
          <p:nvSpPr>
            <p:cNvPr id="37" name="円/楕円 2">
              <a:extLst>
                <a:ext uri="{FF2B5EF4-FFF2-40B4-BE49-F238E27FC236}">
                  <a16:creationId xmlns:a16="http://schemas.microsoft.com/office/drawing/2014/main" id="{ABE31584-00D5-3892-B76D-18BDFE0E5076}"/>
                </a:ext>
              </a:extLst>
            </p:cNvPr>
            <p:cNvSpPr/>
            <p:nvPr userDrawn="1"/>
          </p:nvSpPr>
          <p:spPr>
            <a:xfrm>
              <a:off x="-917979" y="0"/>
              <a:ext cx="285713" cy="285750"/>
            </a:xfrm>
            <a:prstGeom prst="ellipse">
              <a:avLst/>
            </a:prstGeom>
            <a:solidFill>
              <a:srgbClr val="005C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38" name="円/楕円 3">
              <a:extLst>
                <a:ext uri="{FF2B5EF4-FFF2-40B4-BE49-F238E27FC236}">
                  <a16:creationId xmlns:a16="http://schemas.microsoft.com/office/drawing/2014/main" id="{A507B240-1239-4876-7B1F-37D8456C65EA}"/>
                </a:ext>
              </a:extLst>
            </p:cNvPr>
            <p:cNvSpPr/>
            <p:nvPr userDrawn="1"/>
          </p:nvSpPr>
          <p:spPr>
            <a:xfrm>
              <a:off x="-917979" y="410766"/>
              <a:ext cx="285713" cy="285750"/>
            </a:xfrm>
            <a:prstGeom prst="ellipse">
              <a:avLst/>
            </a:prstGeom>
            <a:solidFill>
              <a:srgbClr val="4C8D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39" name="円/楕円 4">
              <a:extLst>
                <a:ext uri="{FF2B5EF4-FFF2-40B4-BE49-F238E27FC236}">
                  <a16:creationId xmlns:a16="http://schemas.microsoft.com/office/drawing/2014/main" id="{3ACA4123-3761-0AF2-E223-BFECA1DCED87}"/>
                </a:ext>
              </a:extLst>
            </p:cNvPr>
            <p:cNvSpPr/>
            <p:nvPr userDrawn="1"/>
          </p:nvSpPr>
          <p:spPr>
            <a:xfrm>
              <a:off x="-917979" y="821532"/>
              <a:ext cx="285713" cy="285750"/>
            </a:xfrm>
            <a:prstGeom prst="ellipse">
              <a:avLst/>
            </a:prstGeom>
            <a:solidFill>
              <a:srgbClr val="99BE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40" name="円/楕円 5">
              <a:extLst>
                <a:ext uri="{FF2B5EF4-FFF2-40B4-BE49-F238E27FC236}">
                  <a16:creationId xmlns:a16="http://schemas.microsoft.com/office/drawing/2014/main" id="{176D67E3-CA67-BE81-B93C-3497F0442F3D}"/>
                </a:ext>
              </a:extLst>
            </p:cNvPr>
            <p:cNvSpPr/>
            <p:nvPr userDrawn="1"/>
          </p:nvSpPr>
          <p:spPr>
            <a:xfrm>
              <a:off x="-917979" y="1232298"/>
              <a:ext cx="285713" cy="285750"/>
            </a:xfrm>
            <a:prstGeom prst="ellipse">
              <a:avLst/>
            </a:prstGeom>
            <a:solidFill>
              <a:srgbClr val="013D8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41" name="円/楕円 7">
              <a:extLst>
                <a:ext uri="{FF2B5EF4-FFF2-40B4-BE49-F238E27FC236}">
                  <a16:creationId xmlns:a16="http://schemas.microsoft.com/office/drawing/2014/main" id="{C5DAC311-296E-44C9-C24F-1DC52D225E3D}"/>
                </a:ext>
              </a:extLst>
            </p:cNvPr>
            <p:cNvSpPr/>
            <p:nvPr userDrawn="1"/>
          </p:nvSpPr>
          <p:spPr>
            <a:xfrm>
              <a:off x="-917979" y="1643064"/>
              <a:ext cx="285713" cy="285750"/>
            </a:xfrm>
            <a:prstGeom prst="ellipse">
              <a:avLst/>
            </a:prstGeom>
            <a:solidFill>
              <a:srgbClr val="0025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42" name="円/楕円 8">
              <a:extLst>
                <a:ext uri="{FF2B5EF4-FFF2-40B4-BE49-F238E27FC236}">
                  <a16:creationId xmlns:a16="http://schemas.microsoft.com/office/drawing/2014/main" id="{D80BCC88-4F50-AD3D-7A85-0A81005BCB21}"/>
                </a:ext>
              </a:extLst>
            </p:cNvPr>
            <p:cNvSpPr/>
            <p:nvPr userDrawn="1"/>
          </p:nvSpPr>
          <p:spPr>
            <a:xfrm>
              <a:off x="-917979" y="2053830"/>
              <a:ext cx="285713" cy="285750"/>
            </a:xfrm>
            <a:prstGeom prst="ellipse">
              <a:avLst/>
            </a:prstGeom>
            <a:solidFill>
              <a:srgbClr val="01B1C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43" name="円/楕円 9">
              <a:extLst>
                <a:ext uri="{FF2B5EF4-FFF2-40B4-BE49-F238E27FC236}">
                  <a16:creationId xmlns:a16="http://schemas.microsoft.com/office/drawing/2014/main" id="{8B77E202-15D9-E3C6-FCEA-D41621B847BC}"/>
                </a:ext>
              </a:extLst>
            </p:cNvPr>
            <p:cNvSpPr/>
            <p:nvPr userDrawn="1"/>
          </p:nvSpPr>
          <p:spPr>
            <a:xfrm>
              <a:off x="-917979" y="2464596"/>
              <a:ext cx="285713" cy="285750"/>
            </a:xfrm>
            <a:prstGeom prst="ellipse">
              <a:avLst/>
            </a:prstGeom>
            <a:solidFill>
              <a:srgbClr val="65D1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44" name="円/楕円 10">
              <a:extLst>
                <a:ext uri="{FF2B5EF4-FFF2-40B4-BE49-F238E27FC236}">
                  <a16:creationId xmlns:a16="http://schemas.microsoft.com/office/drawing/2014/main" id="{4E904ED8-3939-FD5F-36E2-96DE5CE244F7}"/>
                </a:ext>
              </a:extLst>
            </p:cNvPr>
            <p:cNvSpPr/>
            <p:nvPr userDrawn="1"/>
          </p:nvSpPr>
          <p:spPr>
            <a:xfrm>
              <a:off x="-917979" y="2875362"/>
              <a:ext cx="285713" cy="285750"/>
            </a:xfrm>
            <a:prstGeom prst="ellipse">
              <a:avLst/>
            </a:prstGeom>
            <a:solidFill>
              <a:srgbClr val="CDEF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45" name="円/楕円 11">
              <a:extLst>
                <a:ext uri="{FF2B5EF4-FFF2-40B4-BE49-F238E27FC236}">
                  <a16:creationId xmlns:a16="http://schemas.microsoft.com/office/drawing/2014/main" id="{DD106B1B-7319-0EF5-F0DD-564E70FB9D39}"/>
                </a:ext>
              </a:extLst>
            </p:cNvPr>
            <p:cNvSpPr/>
            <p:nvPr userDrawn="1"/>
          </p:nvSpPr>
          <p:spPr>
            <a:xfrm>
              <a:off x="-917979" y="3286128"/>
              <a:ext cx="285713" cy="285750"/>
            </a:xfrm>
            <a:prstGeom prst="ellipse">
              <a:avLst/>
            </a:prstGeom>
            <a:solidFill>
              <a:srgbClr val="0092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46" name="円/楕円 12">
              <a:extLst>
                <a:ext uri="{FF2B5EF4-FFF2-40B4-BE49-F238E27FC236}">
                  <a16:creationId xmlns:a16="http://schemas.microsoft.com/office/drawing/2014/main" id="{CB138678-07E2-8EF3-F00B-0F7E211246E0}"/>
                </a:ext>
              </a:extLst>
            </p:cNvPr>
            <p:cNvSpPr/>
            <p:nvPr userDrawn="1"/>
          </p:nvSpPr>
          <p:spPr>
            <a:xfrm>
              <a:off x="-917979" y="3696894"/>
              <a:ext cx="285713" cy="285750"/>
            </a:xfrm>
            <a:prstGeom prst="ellipse">
              <a:avLst/>
            </a:prstGeom>
            <a:solidFill>
              <a:srgbClr val="66BE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47" name="円/楕円 13">
              <a:extLst>
                <a:ext uri="{FF2B5EF4-FFF2-40B4-BE49-F238E27FC236}">
                  <a16:creationId xmlns:a16="http://schemas.microsoft.com/office/drawing/2014/main" id="{BC21D7A6-86C6-619C-BE35-B4DCCD4254E5}"/>
                </a:ext>
              </a:extLst>
            </p:cNvPr>
            <p:cNvSpPr/>
            <p:nvPr userDrawn="1"/>
          </p:nvSpPr>
          <p:spPr>
            <a:xfrm>
              <a:off x="-917979" y="4107660"/>
              <a:ext cx="285713" cy="285750"/>
            </a:xfrm>
            <a:prstGeom prst="ellipse">
              <a:avLst/>
            </a:prstGeom>
            <a:solidFill>
              <a:srgbClr val="CDE9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48" name="円/楕円 14">
              <a:extLst>
                <a:ext uri="{FF2B5EF4-FFF2-40B4-BE49-F238E27FC236}">
                  <a16:creationId xmlns:a16="http://schemas.microsoft.com/office/drawing/2014/main" id="{2DE834EB-A6E8-EDB2-BC1E-1F84901496CA}"/>
                </a:ext>
              </a:extLst>
            </p:cNvPr>
            <p:cNvSpPr/>
            <p:nvPr userDrawn="1"/>
          </p:nvSpPr>
          <p:spPr>
            <a:xfrm>
              <a:off x="-917979" y="4518426"/>
              <a:ext cx="285713" cy="285750"/>
            </a:xfrm>
            <a:prstGeom prst="ellipse">
              <a:avLst/>
            </a:prstGeom>
            <a:solidFill>
              <a:srgbClr val="E8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49" name="円/楕円 15">
              <a:extLst>
                <a:ext uri="{FF2B5EF4-FFF2-40B4-BE49-F238E27FC236}">
                  <a16:creationId xmlns:a16="http://schemas.microsoft.com/office/drawing/2014/main" id="{65966DB2-D50E-BE01-B46C-09CA70B37D62}"/>
                </a:ext>
              </a:extLst>
            </p:cNvPr>
            <p:cNvSpPr/>
            <p:nvPr userDrawn="1"/>
          </p:nvSpPr>
          <p:spPr>
            <a:xfrm>
              <a:off x="-917979" y="4929192"/>
              <a:ext cx="285713" cy="285750"/>
            </a:xfrm>
            <a:prstGeom prst="ellipse">
              <a:avLst/>
            </a:prstGeom>
            <a:solidFill>
              <a:srgbClr val="F166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50" name="円/楕円 16">
              <a:extLst>
                <a:ext uri="{FF2B5EF4-FFF2-40B4-BE49-F238E27FC236}">
                  <a16:creationId xmlns:a16="http://schemas.microsoft.com/office/drawing/2014/main" id="{3D29A6B3-3076-A1CF-B4B1-EF1799BB5BB3}"/>
                </a:ext>
              </a:extLst>
            </p:cNvPr>
            <p:cNvSpPr/>
            <p:nvPr userDrawn="1"/>
          </p:nvSpPr>
          <p:spPr>
            <a:xfrm>
              <a:off x="-917979" y="5339958"/>
              <a:ext cx="285713" cy="285750"/>
            </a:xfrm>
            <a:prstGeom prst="ellipse">
              <a:avLst/>
            </a:prstGeom>
            <a:solidFill>
              <a:srgbClr val="FBCD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51" name="円/楕円 17">
              <a:extLst>
                <a:ext uri="{FF2B5EF4-FFF2-40B4-BE49-F238E27FC236}">
                  <a16:creationId xmlns:a16="http://schemas.microsoft.com/office/drawing/2014/main" id="{96ABA53D-5B2F-C1D4-806D-04DDB91E86CA}"/>
                </a:ext>
              </a:extLst>
            </p:cNvPr>
            <p:cNvSpPr/>
            <p:nvPr userDrawn="1"/>
          </p:nvSpPr>
          <p:spPr>
            <a:xfrm>
              <a:off x="-917979" y="5750724"/>
              <a:ext cx="285713" cy="285750"/>
            </a:xfrm>
            <a:prstGeom prst="ellipse">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52" name="円/楕円 18">
              <a:extLst>
                <a:ext uri="{FF2B5EF4-FFF2-40B4-BE49-F238E27FC236}">
                  <a16:creationId xmlns:a16="http://schemas.microsoft.com/office/drawing/2014/main" id="{D3A896FA-91B1-0739-8FA4-BD042A04358C}"/>
                </a:ext>
              </a:extLst>
            </p:cNvPr>
            <p:cNvSpPr/>
            <p:nvPr userDrawn="1"/>
          </p:nvSpPr>
          <p:spPr>
            <a:xfrm>
              <a:off x="-917979" y="6161490"/>
              <a:ext cx="285713" cy="285750"/>
            </a:xfrm>
            <a:prstGeom prst="ellipse">
              <a:avLst/>
            </a:prstGeom>
            <a:solidFill>
              <a:srgbClr val="FFFF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53" name="円/楕円 19">
              <a:extLst>
                <a:ext uri="{FF2B5EF4-FFF2-40B4-BE49-F238E27FC236}">
                  <a16:creationId xmlns:a16="http://schemas.microsoft.com/office/drawing/2014/main" id="{04521FF1-B122-8E25-6E7E-6417972DC8D6}"/>
                </a:ext>
              </a:extLst>
            </p:cNvPr>
            <p:cNvSpPr/>
            <p:nvPr userDrawn="1"/>
          </p:nvSpPr>
          <p:spPr>
            <a:xfrm>
              <a:off x="-917979" y="6572250"/>
              <a:ext cx="285713" cy="285750"/>
            </a:xfrm>
            <a:prstGeom prst="ellipse">
              <a:avLst/>
            </a:prstGeom>
            <a:solidFill>
              <a:srgbClr val="FFFF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grpSp>
    </p:spTree>
    <p:extLst>
      <p:ext uri="{BB962C8B-B14F-4D97-AF65-F5344CB8AC3E}">
        <p14:creationId xmlns:p14="http://schemas.microsoft.com/office/powerpoint/2010/main" val="44858859"/>
      </p:ext>
    </p:extLst>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660" r:id="rId8"/>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00">
          <p15:clr>
            <a:srgbClr val="F26B43"/>
          </p15:clr>
        </p15:guide>
        <p15:guide id="2" pos="512">
          <p15:clr>
            <a:srgbClr val="F26B43"/>
          </p15:clr>
        </p15:guide>
        <p15:guide id="3" pos="7168">
          <p15:clr>
            <a:srgbClr val="F26B43"/>
          </p15:clr>
        </p15:guide>
        <p15:guide id="4" orient="horz" pos="1094">
          <p15:clr>
            <a:srgbClr val="F26B43"/>
          </p15:clr>
        </p15:guide>
        <p15:guide id="5" orient="horz" pos="391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A37D70F1-C0E9-37E7-DB98-20B05612A983}"/>
              </a:ext>
            </a:extLst>
          </p:cNvPr>
          <p:cNvGrpSpPr/>
          <p:nvPr userDrawn="1"/>
        </p:nvGrpSpPr>
        <p:grpSpPr>
          <a:xfrm>
            <a:off x="-917979" y="0"/>
            <a:ext cx="285713" cy="6858000"/>
            <a:chOff x="-917979" y="0"/>
            <a:chExt cx="285713" cy="6858000"/>
          </a:xfrm>
        </p:grpSpPr>
        <p:sp>
          <p:nvSpPr>
            <p:cNvPr id="3" name="円/楕円 2">
              <a:extLst>
                <a:ext uri="{FF2B5EF4-FFF2-40B4-BE49-F238E27FC236}">
                  <a16:creationId xmlns:a16="http://schemas.microsoft.com/office/drawing/2014/main" id="{7F497FEE-6CBA-6746-60B3-8358E62E694F}"/>
                </a:ext>
              </a:extLst>
            </p:cNvPr>
            <p:cNvSpPr/>
            <p:nvPr userDrawn="1"/>
          </p:nvSpPr>
          <p:spPr>
            <a:xfrm>
              <a:off x="-917979" y="0"/>
              <a:ext cx="285713" cy="285750"/>
            </a:xfrm>
            <a:prstGeom prst="ellipse">
              <a:avLst/>
            </a:prstGeom>
            <a:solidFill>
              <a:srgbClr val="005C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4" name="円/楕円 3">
              <a:extLst>
                <a:ext uri="{FF2B5EF4-FFF2-40B4-BE49-F238E27FC236}">
                  <a16:creationId xmlns:a16="http://schemas.microsoft.com/office/drawing/2014/main" id="{2109506A-6E2C-72CC-437D-4B86CAE96C90}"/>
                </a:ext>
              </a:extLst>
            </p:cNvPr>
            <p:cNvSpPr/>
            <p:nvPr userDrawn="1"/>
          </p:nvSpPr>
          <p:spPr>
            <a:xfrm>
              <a:off x="-917979" y="410766"/>
              <a:ext cx="285713" cy="285750"/>
            </a:xfrm>
            <a:prstGeom prst="ellipse">
              <a:avLst/>
            </a:prstGeom>
            <a:solidFill>
              <a:srgbClr val="4C8D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5" name="円/楕円 4">
              <a:extLst>
                <a:ext uri="{FF2B5EF4-FFF2-40B4-BE49-F238E27FC236}">
                  <a16:creationId xmlns:a16="http://schemas.microsoft.com/office/drawing/2014/main" id="{27A4A6F1-F83E-7015-7B11-9F9B9F8BB13A}"/>
                </a:ext>
              </a:extLst>
            </p:cNvPr>
            <p:cNvSpPr/>
            <p:nvPr userDrawn="1"/>
          </p:nvSpPr>
          <p:spPr>
            <a:xfrm>
              <a:off x="-917979" y="821532"/>
              <a:ext cx="285713" cy="285750"/>
            </a:xfrm>
            <a:prstGeom prst="ellipse">
              <a:avLst/>
            </a:prstGeom>
            <a:solidFill>
              <a:srgbClr val="99BE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6" name="円/楕円 5">
              <a:extLst>
                <a:ext uri="{FF2B5EF4-FFF2-40B4-BE49-F238E27FC236}">
                  <a16:creationId xmlns:a16="http://schemas.microsoft.com/office/drawing/2014/main" id="{3197DD5C-F1A9-EF7A-9C50-DF67BA6F3EC8}"/>
                </a:ext>
              </a:extLst>
            </p:cNvPr>
            <p:cNvSpPr/>
            <p:nvPr userDrawn="1"/>
          </p:nvSpPr>
          <p:spPr>
            <a:xfrm>
              <a:off x="-917979" y="1232298"/>
              <a:ext cx="285713" cy="285750"/>
            </a:xfrm>
            <a:prstGeom prst="ellipse">
              <a:avLst/>
            </a:prstGeom>
            <a:solidFill>
              <a:srgbClr val="013D8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7" name="円/楕円 7">
              <a:extLst>
                <a:ext uri="{FF2B5EF4-FFF2-40B4-BE49-F238E27FC236}">
                  <a16:creationId xmlns:a16="http://schemas.microsoft.com/office/drawing/2014/main" id="{4D718768-3529-DF4B-EF42-037A26F7FBE1}"/>
                </a:ext>
              </a:extLst>
            </p:cNvPr>
            <p:cNvSpPr/>
            <p:nvPr userDrawn="1"/>
          </p:nvSpPr>
          <p:spPr>
            <a:xfrm>
              <a:off x="-917979" y="1643064"/>
              <a:ext cx="285713" cy="285750"/>
            </a:xfrm>
            <a:prstGeom prst="ellipse">
              <a:avLst/>
            </a:prstGeom>
            <a:solidFill>
              <a:srgbClr val="0025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8" name="円/楕円 8">
              <a:extLst>
                <a:ext uri="{FF2B5EF4-FFF2-40B4-BE49-F238E27FC236}">
                  <a16:creationId xmlns:a16="http://schemas.microsoft.com/office/drawing/2014/main" id="{F93E129A-7748-76D0-705D-079C79CC33F1}"/>
                </a:ext>
              </a:extLst>
            </p:cNvPr>
            <p:cNvSpPr/>
            <p:nvPr userDrawn="1"/>
          </p:nvSpPr>
          <p:spPr>
            <a:xfrm>
              <a:off x="-917979" y="2053830"/>
              <a:ext cx="285713" cy="285750"/>
            </a:xfrm>
            <a:prstGeom prst="ellipse">
              <a:avLst/>
            </a:prstGeom>
            <a:solidFill>
              <a:srgbClr val="01B1C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9" name="円/楕円 9">
              <a:extLst>
                <a:ext uri="{FF2B5EF4-FFF2-40B4-BE49-F238E27FC236}">
                  <a16:creationId xmlns:a16="http://schemas.microsoft.com/office/drawing/2014/main" id="{DBD749AA-9B38-B134-4254-728D3F032E21}"/>
                </a:ext>
              </a:extLst>
            </p:cNvPr>
            <p:cNvSpPr/>
            <p:nvPr userDrawn="1"/>
          </p:nvSpPr>
          <p:spPr>
            <a:xfrm>
              <a:off x="-917979" y="2464596"/>
              <a:ext cx="285713" cy="285750"/>
            </a:xfrm>
            <a:prstGeom prst="ellipse">
              <a:avLst/>
            </a:prstGeom>
            <a:solidFill>
              <a:srgbClr val="65D1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10" name="円/楕円 10">
              <a:extLst>
                <a:ext uri="{FF2B5EF4-FFF2-40B4-BE49-F238E27FC236}">
                  <a16:creationId xmlns:a16="http://schemas.microsoft.com/office/drawing/2014/main" id="{CD30011A-6848-D437-349B-02562E71A561}"/>
                </a:ext>
              </a:extLst>
            </p:cNvPr>
            <p:cNvSpPr/>
            <p:nvPr userDrawn="1"/>
          </p:nvSpPr>
          <p:spPr>
            <a:xfrm>
              <a:off x="-917979" y="2875362"/>
              <a:ext cx="285713" cy="285750"/>
            </a:xfrm>
            <a:prstGeom prst="ellipse">
              <a:avLst/>
            </a:prstGeom>
            <a:solidFill>
              <a:srgbClr val="CDEF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11" name="円/楕円 11">
              <a:extLst>
                <a:ext uri="{FF2B5EF4-FFF2-40B4-BE49-F238E27FC236}">
                  <a16:creationId xmlns:a16="http://schemas.microsoft.com/office/drawing/2014/main" id="{4228D969-21E2-1CA4-3763-4F55515CBBF9}"/>
                </a:ext>
              </a:extLst>
            </p:cNvPr>
            <p:cNvSpPr/>
            <p:nvPr userDrawn="1"/>
          </p:nvSpPr>
          <p:spPr>
            <a:xfrm>
              <a:off x="-917979" y="3286128"/>
              <a:ext cx="285713" cy="285750"/>
            </a:xfrm>
            <a:prstGeom prst="ellipse">
              <a:avLst/>
            </a:prstGeom>
            <a:solidFill>
              <a:srgbClr val="0092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12" name="円/楕円 12">
              <a:extLst>
                <a:ext uri="{FF2B5EF4-FFF2-40B4-BE49-F238E27FC236}">
                  <a16:creationId xmlns:a16="http://schemas.microsoft.com/office/drawing/2014/main" id="{5D948700-39F1-9997-656C-A8EE052F00B5}"/>
                </a:ext>
              </a:extLst>
            </p:cNvPr>
            <p:cNvSpPr/>
            <p:nvPr userDrawn="1"/>
          </p:nvSpPr>
          <p:spPr>
            <a:xfrm>
              <a:off x="-917979" y="3696894"/>
              <a:ext cx="285713" cy="285750"/>
            </a:xfrm>
            <a:prstGeom prst="ellipse">
              <a:avLst/>
            </a:prstGeom>
            <a:solidFill>
              <a:srgbClr val="66BE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13" name="円/楕円 13">
              <a:extLst>
                <a:ext uri="{FF2B5EF4-FFF2-40B4-BE49-F238E27FC236}">
                  <a16:creationId xmlns:a16="http://schemas.microsoft.com/office/drawing/2014/main" id="{5F3DB0EA-35ED-34ED-2277-F5969D3AAD9A}"/>
                </a:ext>
              </a:extLst>
            </p:cNvPr>
            <p:cNvSpPr/>
            <p:nvPr userDrawn="1"/>
          </p:nvSpPr>
          <p:spPr>
            <a:xfrm>
              <a:off x="-917979" y="4107660"/>
              <a:ext cx="285713" cy="285750"/>
            </a:xfrm>
            <a:prstGeom prst="ellipse">
              <a:avLst/>
            </a:prstGeom>
            <a:solidFill>
              <a:srgbClr val="CDE9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14" name="円/楕円 14">
              <a:extLst>
                <a:ext uri="{FF2B5EF4-FFF2-40B4-BE49-F238E27FC236}">
                  <a16:creationId xmlns:a16="http://schemas.microsoft.com/office/drawing/2014/main" id="{D45E6AE7-05B7-0E99-BA47-8F12F0E81568}"/>
                </a:ext>
              </a:extLst>
            </p:cNvPr>
            <p:cNvSpPr/>
            <p:nvPr userDrawn="1"/>
          </p:nvSpPr>
          <p:spPr>
            <a:xfrm>
              <a:off x="-917979" y="4518426"/>
              <a:ext cx="285713" cy="285750"/>
            </a:xfrm>
            <a:prstGeom prst="ellipse">
              <a:avLst/>
            </a:prstGeom>
            <a:solidFill>
              <a:srgbClr val="E8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15" name="円/楕円 15">
              <a:extLst>
                <a:ext uri="{FF2B5EF4-FFF2-40B4-BE49-F238E27FC236}">
                  <a16:creationId xmlns:a16="http://schemas.microsoft.com/office/drawing/2014/main" id="{18949516-C129-1249-0BB6-8116CEFC2341}"/>
                </a:ext>
              </a:extLst>
            </p:cNvPr>
            <p:cNvSpPr/>
            <p:nvPr userDrawn="1"/>
          </p:nvSpPr>
          <p:spPr>
            <a:xfrm>
              <a:off x="-917979" y="4929192"/>
              <a:ext cx="285713" cy="285750"/>
            </a:xfrm>
            <a:prstGeom prst="ellipse">
              <a:avLst/>
            </a:prstGeom>
            <a:solidFill>
              <a:srgbClr val="F166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16" name="円/楕円 16">
              <a:extLst>
                <a:ext uri="{FF2B5EF4-FFF2-40B4-BE49-F238E27FC236}">
                  <a16:creationId xmlns:a16="http://schemas.microsoft.com/office/drawing/2014/main" id="{24295B99-6C72-C7D9-6281-5C9815900554}"/>
                </a:ext>
              </a:extLst>
            </p:cNvPr>
            <p:cNvSpPr/>
            <p:nvPr userDrawn="1"/>
          </p:nvSpPr>
          <p:spPr>
            <a:xfrm>
              <a:off x="-917979" y="5339958"/>
              <a:ext cx="285713" cy="285750"/>
            </a:xfrm>
            <a:prstGeom prst="ellipse">
              <a:avLst/>
            </a:prstGeom>
            <a:solidFill>
              <a:srgbClr val="FBCD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17" name="円/楕円 17">
              <a:extLst>
                <a:ext uri="{FF2B5EF4-FFF2-40B4-BE49-F238E27FC236}">
                  <a16:creationId xmlns:a16="http://schemas.microsoft.com/office/drawing/2014/main" id="{A4619A15-DC93-B63F-4D07-6EB74767692A}"/>
                </a:ext>
              </a:extLst>
            </p:cNvPr>
            <p:cNvSpPr/>
            <p:nvPr userDrawn="1"/>
          </p:nvSpPr>
          <p:spPr>
            <a:xfrm>
              <a:off x="-917979" y="5750724"/>
              <a:ext cx="285713" cy="285750"/>
            </a:xfrm>
            <a:prstGeom prst="ellipse">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18" name="円/楕円 18">
              <a:extLst>
                <a:ext uri="{FF2B5EF4-FFF2-40B4-BE49-F238E27FC236}">
                  <a16:creationId xmlns:a16="http://schemas.microsoft.com/office/drawing/2014/main" id="{483FBED6-DC52-79BF-42AE-29B1852268EB}"/>
                </a:ext>
              </a:extLst>
            </p:cNvPr>
            <p:cNvSpPr/>
            <p:nvPr userDrawn="1"/>
          </p:nvSpPr>
          <p:spPr>
            <a:xfrm>
              <a:off x="-917979" y="6161490"/>
              <a:ext cx="285713" cy="285750"/>
            </a:xfrm>
            <a:prstGeom prst="ellipse">
              <a:avLst/>
            </a:prstGeom>
            <a:solidFill>
              <a:srgbClr val="FFFF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19" name="円/楕円 19">
              <a:extLst>
                <a:ext uri="{FF2B5EF4-FFF2-40B4-BE49-F238E27FC236}">
                  <a16:creationId xmlns:a16="http://schemas.microsoft.com/office/drawing/2014/main" id="{F6169CB5-ABB6-B649-AE3A-FFD089372FCE}"/>
                </a:ext>
              </a:extLst>
            </p:cNvPr>
            <p:cNvSpPr/>
            <p:nvPr userDrawn="1"/>
          </p:nvSpPr>
          <p:spPr>
            <a:xfrm>
              <a:off x="-917979" y="6572250"/>
              <a:ext cx="285713" cy="285750"/>
            </a:xfrm>
            <a:prstGeom prst="ellipse">
              <a:avLst/>
            </a:prstGeom>
            <a:solidFill>
              <a:srgbClr val="FFFF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grpSp>
    </p:spTree>
    <p:extLst>
      <p:ext uri="{BB962C8B-B14F-4D97-AF65-F5344CB8AC3E}">
        <p14:creationId xmlns:p14="http://schemas.microsoft.com/office/powerpoint/2010/main" val="3118544086"/>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87" r:id="rId12"/>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00">
          <p15:clr>
            <a:srgbClr val="F26B43"/>
          </p15:clr>
        </p15:guide>
        <p15:guide id="2" pos="512">
          <p15:clr>
            <a:srgbClr val="F26B43"/>
          </p15:clr>
        </p15:guide>
        <p15:guide id="3" pos="7168">
          <p15:clr>
            <a:srgbClr val="F26B43"/>
          </p15:clr>
        </p15:guide>
        <p15:guide id="4" orient="horz" pos="1093">
          <p15:clr>
            <a:srgbClr val="F26B43"/>
          </p15:clr>
        </p15:guide>
        <p15:guide id="5" orient="horz" pos="3914">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013D86"/>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9E20302F-3BDB-9993-A75E-94A06C2D5D77}"/>
              </a:ext>
            </a:extLst>
          </p:cNvPr>
          <p:cNvGrpSpPr/>
          <p:nvPr userDrawn="1"/>
        </p:nvGrpSpPr>
        <p:grpSpPr>
          <a:xfrm>
            <a:off x="-917979" y="0"/>
            <a:ext cx="285713" cy="6858000"/>
            <a:chOff x="-917979" y="0"/>
            <a:chExt cx="285713" cy="6858000"/>
          </a:xfrm>
        </p:grpSpPr>
        <p:sp>
          <p:nvSpPr>
            <p:cNvPr id="3" name="円/楕円 2">
              <a:extLst>
                <a:ext uri="{FF2B5EF4-FFF2-40B4-BE49-F238E27FC236}">
                  <a16:creationId xmlns:a16="http://schemas.microsoft.com/office/drawing/2014/main" id="{F8082FA4-CBDD-3DAB-8020-33D6617AF2D6}"/>
                </a:ext>
              </a:extLst>
            </p:cNvPr>
            <p:cNvSpPr/>
            <p:nvPr userDrawn="1"/>
          </p:nvSpPr>
          <p:spPr>
            <a:xfrm>
              <a:off x="-917979" y="0"/>
              <a:ext cx="285713" cy="285750"/>
            </a:xfrm>
            <a:prstGeom prst="ellipse">
              <a:avLst/>
            </a:prstGeom>
            <a:solidFill>
              <a:srgbClr val="005C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4" name="円/楕円 3">
              <a:extLst>
                <a:ext uri="{FF2B5EF4-FFF2-40B4-BE49-F238E27FC236}">
                  <a16:creationId xmlns:a16="http://schemas.microsoft.com/office/drawing/2014/main" id="{46DCB74E-BBCF-76FF-46C4-41CEF445875F}"/>
                </a:ext>
              </a:extLst>
            </p:cNvPr>
            <p:cNvSpPr/>
            <p:nvPr userDrawn="1"/>
          </p:nvSpPr>
          <p:spPr>
            <a:xfrm>
              <a:off x="-917979" y="410766"/>
              <a:ext cx="285713" cy="285750"/>
            </a:xfrm>
            <a:prstGeom prst="ellipse">
              <a:avLst/>
            </a:prstGeom>
            <a:solidFill>
              <a:srgbClr val="4C8D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5" name="円/楕円 4">
              <a:extLst>
                <a:ext uri="{FF2B5EF4-FFF2-40B4-BE49-F238E27FC236}">
                  <a16:creationId xmlns:a16="http://schemas.microsoft.com/office/drawing/2014/main" id="{3CABD32D-2E50-B0BA-5A60-83111939D5F4}"/>
                </a:ext>
              </a:extLst>
            </p:cNvPr>
            <p:cNvSpPr/>
            <p:nvPr userDrawn="1"/>
          </p:nvSpPr>
          <p:spPr>
            <a:xfrm>
              <a:off x="-917979" y="821532"/>
              <a:ext cx="285713" cy="285750"/>
            </a:xfrm>
            <a:prstGeom prst="ellipse">
              <a:avLst/>
            </a:prstGeom>
            <a:solidFill>
              <a:srgbClr val="99BE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6" name="円/楕円 5">
              <a:extLst>
                <a:ext uri="{FF2B5EF4-FFF2-40B4-BE49-F238E27FC236}">
                  <a16:creationId xmlns:a16="http://schemas.microsoft.com/office/drawing/2014/main" id="{3A19B630-F41C-9471-BF33-17797B43D9F5}"/>
                </a:ext>
              </a:extLst>
            </p:cNvPr>
            <p:cNvSpPr/>
            <p:nvPr userDrawn="1"/>
          </p:nvSpPr>
          <p:spPr>
            <a:xfrm>
              <a:off x="-917979" y="1232298"/>
              <a:ext cx="285713" cy="285750"/>
            </a:xfrm>
            <a:prstGeom prst="ellipse">
              <a:avLst/>
            </a:prstGeom>
            <a:solidFill>
              <a:srgbClr val="013D8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7" name="円/楕円 7">
              <a:extLst>
                <a:ext uri="{FF2B5EF4-FFF2-40B4-BE49-F238E27FC236}">
                  <a16:creationId xmlns:a16="http://schemas.microsoft.com/office/drawing/2014/main" id="{569C745B-7C53-AE63-EC31-598119737CE0}"/>
                </a:ext>
              </a:extLst>
            </p:cNvPr>
            <p:cNvSpPr/>
            <p:nvPr userDrawn="1"/>
          </p:nvSpPr>
          <p:spPr>
            <a:xfrm>
              <a:off x="-917979" y="1643064"/>
              <a:ext cx="285713" cy="285750"/>
            </a:xfrm>
            <a:prstGeom prst="ellipse">
              <a:avLst/>
            </a:prstGeom>
            <a:solidFill>
              <a:srgbClr val="0025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8" name="円/楕円 8">
              <a:extLst>
                <a:ext uri="{FF2B5EF4-FFF2-40B4-BE49-F238E27FC236}">
                  <a16:creationId xmlns:a16="http://schemas.microsoft.com/office/drawing/2014/main" id="{4AC2558D-D477-2F9E-A4EF-AC643202F3DD}"/>
                </a:ext>
              </a:extLst>
            </p:cNvPr>
            <p:cNvSpPr/>
            <p:nvPr userDrawn="1"/>
          </p:nvSpPr>
          <p:spPr>
            <a:xfrm>
              <a:off x="-917979" y="2053830"/>
              <a:ext cx="285713" cy="285750"/>
            </a:xfrm>
            <a:prstGeom prst="ellipse">
              <a:avLst/>
            </a:prstGeom>
            <a:solidFill>
              <a:srgbClr val="01B1C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9" name="円/楕円 9">
              <a:extLst>
                <a:ext uri="{FF2B5EF4-FFF2-40B4-BE49-F238E27FC236}">
                  <a16:creationId xmlns:a16="http://schemas.microsoft.com/office/drawing/2014/main" id="{4A9F4AAF-434F-0C0C-8D8D-67F1F5B1C698}"/>
                </a:ext>
              </a:extLst>
            </p:cNvPr>
            <p:cNvSpPr/>
            <p:nvPr userDrawn="1"/>
          </p:nvSpPr>
          <p:spPr>
            <a:xfrm>
              <a:off x="-917979" y="2464596"/>
              <a:ext cx="285713" cy="285750"/>
            </a:xfrm>
            <a:prstGeom prst="ellipse">
              <a:avLst/>
            </a:prstGeom>
            <a:solidFill>
              <a:srgbClr val="65D1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10" name="円/楕円 10">
              <a:extLst>
                <a:ext uri="{FF2B5EF4-FFF2-40B4-BE49-F238E27FC236}">
                  <a16:creationId xmlns:a16="http://schemas.microsoft.com/office/drawing/2014/main" id="{F905B6D0-3D2E-A80A-C0E3-3ABC8994451E}"/>
                </a:ext>
              </a:extLst>
            </p:cNvPr>
            <p:cNvSpPr/>
            <p:nvPr userDrawn="1"/>
          </p:nvSpPr>
          <p:spPr>
            <a:xfrm>
              <a:off x="-917979" y="2875362"/>
              <a:ext cx="285713" cy="285750"/>
            </a:xfrm>
            <a:prstGeom prst="ellipse">
              <a:avLst/>
            </a:prstGeom>
            <a:solidFill>
              <a:srgbClr val="CDEF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11" name="円/楕円 11">
              <a:extLst>
                <a:ext uri="{FF2B5EF4-FFF2-40B4-BE49-F238E27FC236}">
                  <a16:creationId xmlns:a16="http://schemas.microsoft.com/office/drawing/2014/main" id="{E75BD1C2-1181-73E1-E908-6C953D561E9D}"/>
                </a:ext>
              </a:extLst>
            </p:cNvPr>
            <p:cNvSpPr/>
            <p:nvPr userDrawn="1"/>
          </p:nvSpPr>
          <p:spPr>
            <a:xfrm>
              <a:off x="-917979" y="3286128"/>
              <a:ext cx="285713" cy="285750"/>
            </a:xfrm>
            <a:prstGeom prst="ellipse">
              <a:avLst/>
            </a:prstGeom>
            <a:solidFill>
              <a:srgbClr val="0092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12" name="円/楕円 12">
              <a:extLst>
                <a:ext uri="{FF2B5EF4-FFF2-40B4-BE49-F238E27FC236}">
                  <a16:creationId xmlns:a16="http://schemas.microsoft.com/office/drawing/2014/main" id="{2E15A51D-D488-5052-2E9B-D250F9ABFA53}"/>
                </a:ext>
              </a:extLst>
            </p:cNvPr>
            <p:cNvSpPr/>
            <p:nvPr userDrawn="1"/>
          </p:nvSpPr>
          <p:spPr>
            <a:xfrm>
              <a:off x="-917979" y="3696894"/>
              <a:ext cx="285713" cy="285750"/>
            </a:xfrm>
            <a:prstGeom prst="ellipse">
              <a:avLst/>
            </a:prstGeom>
            <a:solidFill>
              <a:srgbClr val="66BE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13" name="円/楕円 13">
              <a:extLst>
                <a:ext uri="{FF2B5EF4-FFF2-40B4-BE49-F238E27FC236}">
                  <a16:creationId xmlns:a16="http://schemas.microsoft.com/office/drawing/2014/main" id="{6DDE4540-5D04-C5E2-D47A-04CFD7C6F934}"/>
                </a:ext>
              </a:extLst>
            </p:cNvPr>
            <p:cNvSpPr/>
            <p:nvPr userDrawn="1"/>
          </p:nvSpPr>
          <p:spPr>
            <a:xfrm>
              <a:off x="-917979" y="4107660"/>
              <a:ext cx="285713" cy="285750"/>
            </a:xfrm>
            <a:prstGeom prst="ellipse">
              <a:avLst/>
            </a:prstGeom>
            <a:solidFill>
              <a:srgbClr val="CDE9D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14" name="円/楕円 14">
              <a:extLst>
                <a:ext uri="{FF2B5EF4-FFF2-40B4-BE49-F238E27FC236}">
                  <a16:creationId xmlns:a16="http://schemas.microsoft.com/office/drawing/2014/main" id="{496FE845-72BB-A4B2-F53E-33ADD2CA3494}"/>
                </a:ext>
              </a:extLst>
            </p:cNvPr>
            <p:cNvSpPr/>
            <p:nvPr userDrawn="1"/>
          </p:nvSpPr>
          <p:spPr>
            <a:xfrm>
              <a:off x="-917979" y="4518426"/>
              <a:ext cx="285713" cy="285750"/>
            </a:xfrm>
            <a:prstGeom prst="ellipse">
              <a:avLst/>
            </a:prstGeom>
            <a:solidFill>
              <a:srgbClr val="E8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15" name="円/楕円 15">
              <a:extLst>
                <a:ext uri="{FF2B5EF4-FFF2-40B4-BE49-F238E27FC236}">
                  <a16:creationId xmlns:a16="http://schemas.microsoft.com/office/drawing/2014/main" id="{E6EB06E6-0A95-A670-00C4-B1E0BD2DBA54}"/>
                </a:ext>
              </a:extLst>
            </p:cNvPr>
            <p:cNvSpPr/>
            <p:nvPr userDrawn="1"/>
          </p:nvSpPr>
          <p:spPr>
            <a:xfrm>
              <a:off x="-917979" y="4929192"/>
              <a:ext cx="285713" cy="285750"/>
            </a:xfrm>
            <a:prstGeom prst="ellipse">
              <a:avLst/>
            </a:prstGeom>
            <a:solidFill>
              <a:srgbClr val="F166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16" name="円/楕円 16">
              <a:extLst>
                <a:ext uri="{FF2B5EF4-FFF2-40B4-BE49-F238E27FC236}">
                  <a16:creationId xmlns:a16="http://schemas.microsoft.com/office/drawing/2014/main" id="{99D9585D-C839-28CC-8652-6119118B9877}"/>
                </a:ext>
              </a:extLst>
            </p:cNvPr>
            <p:cNvSpPr/>
            <p:nvPr userDrawn="1"/>
          </p:nvSpPr>
          <p:spPr>
            <a:xfrm>
              <a:off x="-917979" y="5339958"/>
              <a:ext cx="285713" cy="285750"/>
            </a:xfrm>
            <a:prstGeom prst="ellipse">
              <a:avLst/>
            </a:prstGeom>
            <a:solidFill>
              <a:srgbClr val="FBCD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17" name="円/楕円 17">
              <a:extLst>
                <a:ext uri="{FF2B5EF4-FFF2-40B4-BE49-F238E27FC236}">
                  <a16:creationId xmlns:a16="http://schemas.microsoft.com/office/drawing/2014/main" id="{90F1ACE2-2A42-8CBE-B448-F4D96220590B}"/>
                </a:ext>
              </a:extLst>
            </p:cNvPr>
            <p:cNvSpPr/>
            <p:nvPr userDrawn="1"/>
          </p:nvSpPr>
          <p:spPr>
            <a:xfrm>
              <a:off x="-917979" y="5750724"/>
              <a:ext cx="285713" cy="285750"/>
            </a:xfrm>
            <a:prstGeom prst="ellipse">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18" name="円/楕円 18">
              <a:extLst>
                <a:ext uri="{FF2B5EF4-FFF2-40B4-BE49-F238E27FC236}">
                  <a16:creationId xmlns:a16="http://schemas.microsoft.com/office/drawing/2014/main" id="{44C76DAA-216A-1AF7-E579-18BBFD928EFA}"/>
                </a:ext>
              </a:extLst>
            </p:cNvPr>
            <p:cNvSpPr/>
            <p:nvPr userDrawn="1"/>
          </p:nvSpPr>
          <p:spPr>
            <a:xfrm>
              <a:off x="-917979" y="6161490"/>
              <a:ext cx="285713" cy="285750"/>
            </a:xfrm>
            <a:prstGeom prst="ellipse">
              <a:avLst/>
            </a:prstGeom>
            <a:solidFill>
              <a:srgbClr val="FFFF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19" name="円/楕円 19">
              <a:extLst>
                <a:ext uri="{FF2B5EF4-FFF2-40B4-BE49-F238E27FC236}">
                  <a16:creationId xmlns:a16="http://schemas.microsoft.com/office/drawing/2014/main" id="{DA82447E-F921-C06C-D9DA-0DBF95ED2ADD}"/>
                </a:ext>
              </a:extLst>
            </p:cNvPr>
            <p:cNvSpPr/>
            <p:nvPr userDrawn="1"/>
          </p:nvSpPr>
          <p:spPr>
            <a:xfrm>
              <a:off x="-917979" y="6572250"/>
              <a:ext cx="285713" cy="285750"/>
            </a:xfrm>
            <a:prstGeom prst="ellipse">
              <a:avLst/>
            </a:prstGeom>
            <a:solidFill>
              <a:srgbClr val="FFFF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grpSp>
    </p:spTree>
    <p:extLst>
      <p:ext uri="{BB962C8B-B14F-4D97-AF65-F5344CB8AC3E}">
        <p14:creationId xmlns:p14="http://schemas.microsoft.com/office/powerpoint/2010/main" val="111853967"/>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00">
          <p15:clr>
            <a:srgbClr val="F26B43"/>
          </p15:clr>
        </p15:guide>
        <p15:guide id="2" pos="512">
          <p15:clr>
            <a:srgbClr val="F26B43"/>
          </p15:clr>
        </p15:guide>
        <p15:guide id="3" pos="7168">
          <p15:clr>
            <a:srgbClr val="F26B43"/>
          </p15:clr>
        </p15:guide>
        <p15:guide id="4" orient="horz" pos="1094">
          <p15:clr>
            <a:srgbClr val="F26B43"/>
          </p15:clr>
        </p15:guide>
        <p15:guide id="5" orient="horz" pos="391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情通ウェイの実践と、</a:t>
            </a:r>
          </a:p>
          <a:p>
            <a:r>
              <a:t>今後推進したい「継承」</a:t>
            </a:r>
          </a:p>
        </p:txBody>
      </p:sp>
      <p:sp>
        <p:nvSpPr>
          <p:cNvPr id="5" name="Text Placeholder 4"/>
          <p:cNvSpPr>
            <a:spLocks noGrp="1"/>
          </p:cNvSpPr>
          <p:nvPr>
            <p:ph type="body" idx="15" sz="quarter"/>
          </p:nvPr>
        </p:nvSpPr>
        <p:spPr/>
        <p:txBody>
          <a:bodyPr/>
          <a:lstStyle/>
          <a:p>
            <a:r>
              <a:t>行動指針を意識した取り組みと、今後の展望</a:t>
            </a:r>
          </a:p>
        </p:txBody>
      </p:sp>
      <p:sp>
        <p:nvSpPr>
          <p:cNvPr id="6" name="Text Placeholder 5"/>
          <p:cNvSpPr>
            <a:spLocks noGrp="1"/>
          </p:cNvSpPr>
          <p:nvPr>
            <p:ph type="body" idx="17" sz="quarter"/>
          </p:nvPr>
        </p:nvSpPr>
        <p:spPr/>
        <p:txBody>
          <a:bodyPr/>
          <a:lstStyle/>
          <a:p>
            <a:r>
              <a:t>情通ウェイ共有</a:t>
            </a:r>
          </a:p>
        </p:txBody>
      </p:sp>
      <p:sp>
        <p:nvSpPr>
          <p:cNvPr id="7" name="Text Placeholder 6"/>
          <p:cNvSpPr>
            <a:spLocks noGrp="1"/>
          </p:cNvSpPr>
          <p:nvPr>
            <p:ph type="body" idx="18" sz="quarter"/>
          </p:nvPr>
        </p:nvSpPr>
        <p:spPr/>
        <p:txBody>
          <a:bodyPr/>
          <a:lstStyle/>
          <a:p>
            <a:r>
              <a:t>2026年10月19日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6" sz="quarter"/>
          </p:nvPr>
        </p:nvSpPr>
        <p:spPr/>
        <p:txBody>
          <a:bodyPr/>
          <a:lstStyle/>
          <a:p>
            <a:r>
              <a:t>情通ウェイの実践と、今後推進する「継承」</a:t>
            </a:r>
          </a:p>
        </p:txBody>
      </p:sp>
      <p:sp>
        <p:nvSpPr>
          <p:cNvPr id="3" name="Rectangle 2"/>
          <p:cNvSpPr/>
          <p:nvPr/>
        </p:nvSpPr>
        <p:spPr>
          <a:xfrm>
            <a:off x="600000" y="1130000"/>
            <a:ext cx="5350000" cy="420000"/>
          </a:xfrm>
          <a:prstGeom prst="rect">
            <a:avLst/>
          </a:prstGeom>
          <a:solidFill>
            <a:srgbClr val="003A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36000" bIns="36000"/>
          <a:lstStyle/>
          <a:p>
            <a:pPr algn="l"/>
            <a:r>
              <a:rPr sz="1600" b="1">
                <a:solidFill>
                  <a:srgbClr val="FFFFFF"/>
                </a:solidFill>
              </a:rPr>
              <a:t>【これまで】意識して行動できた取り組み</a:t>
            </a:r>
          </a:p>
        </p:txBody>
      </p:sp>
      <p:sp>
        <p:nvSpPr>
          <p:cNvPr id="4" name="Rectangle 3"/>
          <p:cNvSpPr/>
          <p:nvPr/>
        </p:nvSpPr>
        <p:spPr>
          <a:xfrm>
            <a:off x="600000" y="1650000"/>
            <a:ext cx="5350000" cy="1280000"/>
          </a:xfrm>
          <a:prstGeom prst="rect">
            <a:avLst/>
          </a:prstGeom>
          <a:solidFill>
            <a:srgbClr val="FFFFFF"/>
          </a:solidFill>
          <a:ln w="952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0000" y="1650000"/>
            <a:ext cx="70000" cy="1280000"/>
          </a:xfrm>
          <a:prstGeom prst="rect">
            <a:avLst/>
          </a:prstGeom>
          <a:solidFill>
            <a:srgbClr val="003A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90000" y="1760000"/>
            <a:ext cx="640000" cy="300000"/>
          </a:xfrm>
          <a:prstGeom prst="roundRect">
            <a:avLst/>
          </a:prstGeom>
          <a:solidFill>
            <a:srgbClr val="003A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36000" bIns="36000"/>
          <a:lstStyle/>
          <a:p>
            <a:pPr algn="ctr"/>
            <a:r>
              <a:rPr sz="1300" b="1">
                <a:solidFill>
                  <a:srgbClr val="FFFFFF"/>
                </a:solidFill>
              </a:rPr>
              <a:t>前進</a:t>
            </a:r>
          </a:p>
        </p:txBody>
      </p:sp>
      <p:sp>
        <p:nvSpPr>
          <p:cNvPr id="7" name="TextBox 6"/>
          <p:cNvSpPr txBox="1"/>
          <p:nvPr/>
        </p:nvSpPr>
        <p:spPr>
          <a:xfrm>
            <a:off x="1500000" y="1740000"/>
            <a:ext cx="4390000" cy="340000"/>
          </a:xfrm>
          <a:prstGeom prst="rect">
            <a:avLst/>
          </a:prstGeom>
          <a:noFill/>
        </p:spPr>
        <p:txBody>
          <a:bodyPr wrap="square" anchor="ctr" lIns="72000" rIns="72000" tIns="36000" bIns="36000">
            <a:spAutoFit/>
          </a:bodyPr>
          <a:lstStyle/>
          <a:p>
            <a:pPr algn="l"/>
            <a:r>
              <a:rPr sz="1600" b="1">
                <a:solidFill>
                  <a:srgbClr val="003A85"/>
                </a:solidFill>
              </a:rPr>
              <a:t>Physical AIへの挑戦</a:t>
            </a:r>
          </a:p>
        </p:txBody>
      </p:sp>
      <p:sp>
        <p:nvSpPr>
          <p:cNvPr id="8" name="TextBox 7"/>
          <p:cNvSpPr txBox="1"/>
          <p:nvPr/>
        </p:nvSpPr>
        <p:spPr>
          <a:xfrm>
            <a:off x="790000" y="2120000"/>
            <a:ext cx="5090000" cy="760000"/>
          </a:xfrm>
          <a:prstGeom prst="rect">
            <a:avLst/>
          </a:prstGeom>
          <a:noFill/>
        </p:spPr>
        <p:txBody>
          <a:bodyPr wrap="square" anchor="t" lIns="72000" rIns="72000" tIns="36000" bIns="36000">
            <a:spAutoFit/>
          </a:bodyPr>
          <a:lstStyle/>
          <a:p>
            <a:pPr algn="l"/>
            <a:r>
              <a:rPr sz="1400" b="0">
                <a:solidFill>
                  <a:srgbClr val="262626"/>
                </a:solidFill>
              </a:rPr>
              <a:t>・未経験の画像認識を自ら調査し、活用事例まで確認</a:t>
            </a:r>
          </a:p>
          <a:p>
            <a:pPr algn="l">
              <a:spcBef>
                <a:spcPts val="400"/>
              </a:spcBef>
            </a:pPr>
            <a:r>
              <a:rPr sz="1400" b="0">
                <a:solidFill>
                  <a:srgbClr val="262626"/>
                </a:solidFill>
              </a:rPr>
              <a:t>・調査で終えず、実装・検証まで自分で実施</a:t>
            </a:r>
          </a:p>
        </p:txBody>
      </p:sp>
      <p:sp>
        <p:nvSpPr>
          <p:cNvPr id="9" name="Rectangle 8"/>
          <p:cNvSpPr/>
          <p:nvPr/>
        </p:nvSpPr>
        <p:spPr>
          <a:xfrm>
            <a:off x="600000" y="3030000"/>
            <a:ext cx="5350000" cy="1280000"/>
          </a:xfrm>
          <a:prstGeom prst="rect">
            <a:avLst/>
          </a:prstGeom>
          <a:solidFill>
            <a:srgbClr val="FFFFFF"/>
          </a:solidFill>
          <a:ln w="952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0000" y="3030000"/>
            <a:ext cx="70000" cy="1280000"/>
          </a:xfrm>
          <a:prstGeom prst="rect">
            <a:avLst/>
          </a:prstGeom>
          <a:solidFill>
            <a:srgbClr val="003A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90000" y="3140000"/>
            <a:ext cx="640000" cy="300000"/>
          </a:xfrm>
          <a:prstGeom prst="roundRect">
            <a:avLst/>
          </a:prstGeom>
          <a:solidFill>
            <a:srgbClr val="003A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36000" bIns="36000"/>
          <a:lstStyle/>
          <a:p>
            <a:pPr algn="ctr"/>
            <a:r>
              <a:rPr sz="1300" b="1">
                <a:solidFill>
                  <a:srgbClr val="FFFFFF"/>
                </a:solidFill>
              </a:rPr>
              <a:t>完遂</a:t>
            </a:r>
          </a:p>
        </p:txBody>
      </p:sp>
      <p:sp>
        <p:nvSpPr>
          <p:cNvPr id="12" name="TextBox 11"/>
          <p:cNvSpPr txBox="1"/>
          <p:nvPr/>
        </p:nvSpPr>
        <p:spPr>
          <a:xfrm>
            <a:off x="1500000" y="3120000"/>
            <a:ext cx="4390000" cy="340000"/>
          </a:xfrm>
          <a:prstGeom prst="rect">
            <a:avLst/>
          </a:prstGeom>
          <a:noFill/>
        </p:spPr>
        <p:txBody>
          <a:bodyPr wrap="square" anchor="ctr" lIns="72000" rIns="72000" tIns="36000" bIns="36000">
            <a:spAutoFit/>
          </a:bodyPr>
          <a:lstStyle/>
          <a:p>
            <a:pPr algn="l"/>
            <a:r>
              <a:rPr sz="1600" b="1">
                <a:solidFill>
                  <a:srgbClr val="003A85"/>
                </a:solidFill>
              </a:rPr>
              <a:t>WhiteLabel製品の品質向上</a:t>
            </a:r>
          </a:p>
        </p:txBody>
      </p:sp>
      <p:sp>
        <p:nvSpPr>
          <p:cNvPr id="13" name="TextBox 12"/>
          <p:cNvSpPr txBox="1"/>
          <p:nvPr/>
        </p:nvSpPr>
        <p:spPr>
          <a:xfrm>
            <a:off x="790000" y="3500000"/>
            <a:ext cx="5090000" cy="760000"/>
          </a:xfrm>
          <a:prstGeom prst="rect">
            <a:avLst/>
          </a:prstGeom>
          <a:noFill/>
        </p:spPr>
        <p:txBody>
          <a:bodyPr wrap="square" anchor="t" lIns="72000" rIns="72000" tIns="36000" bIns="36000">
            <a:spAutoFit/>
          </a:bodyPr>
          <a:lstStyle/>
          <a:p>
            <a:pPr algn="l"/>
            <a:r>
              <a:rPr sz="1400" b="0">
                <a:solidFill>
                  <a:srgbClr val="262626"/>
                </a:solidFill>
              </a:rPr>
              <a:t>・資料だけで判断せず、実機で動作・設定を確認</a:t>
            </a:r>
          </a:p>
          <a:p>
            <a:pPr algn="l">
              <a:spcBef>
                <a:spcPts val="400"/>
              </a:spcBef>
            </a:pPr>
            <a:r>
              <a:rPr sz="1400" b="0">
                <a:solidFill>
                  <a:srgbClr val="262626"/>
                </a:solidFill>
              </a:rPr>
              <a:t>・パラメータシートを実機と細部まで突き合わせ</a:t>
            </a:r>
          </a:p>
        </p:txBody>
      </p:sp>
      <p:sp>
        <p:nvSpPr>
          <p:cNvPr id="14" name="Rectangle 13"/>
          <p:cNvSpPr/>
          <p:nvPr/>
        </p:nvSpPr>
        <p:spPr>
          <a:xfrm>
            <a:off x="600000" y="4410000"/>
            <a:ext cx="5350000" cy="1280000"/>
          </a:xfrm>
          <a:prstGeom prst="rect">
            <a:avLst/>
          </a:prstGeom>
          <a:solidFill>
            <a:srgbClr val="FFFFFF"/>
          </a:solidFill>
          <a:ln w="952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0000" y="4410000"/>
            <a:ext cx="70000" cy="1280000"/>
          </a:xfrm>
          <a:prstGeom prst="rect">
            <a:avLst/>
          </a:prstGeom>
          <a:solidFill>
            <a:srgbClr val="D92B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90000" y="4520000"/>
            <a:ext cx="640000" cy="300000"/>
          </a:xfrm>
          <a:prstGeom prst="roundRect">
            <a:avLst/>
          </a:prstGeom>
          <a:solidFill>
            <a:srgbClr val="D92B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36000" bIns="36000"/>
          <a:lstStyle/>
          <a:p>
            <a:pPr algn="ctr"/>
            <a:r>
              <a:rPr sz="1300" b="1">
                <a:solidFill>
                  <a:srgbClr val="FFFFFF"/>
                </a:solidFill>
              </a:rPr>
              <a:t>継承</a:t>
            </a:r>
          </a:p>
        </p:txBody>
      </p:sp>
      <p:sp>
        <p:nvSpPr>
          <p:cNvPr id="17" name="TextBox 16"/>
          <p:cNvSpPr txBox="1"/>
          <p:nvPr/>
        </p:nvSpPr>
        <p:spPr>
          <a:xfrm>
            <a:off x="1500000" y="4500000"/>
            <a:ext cx="4390000" cy="340000"/>
          </a:xfrm>
          <a:prstGeom prst="rect">
            <a:avLst/>
          </a:prstGeom>
          <a:noFill/>
        </p:spPr>
        <p:txBody>
          <a:bodyPr wrap="square" anchor="ctr" lIns="72000" rIns="72000" tIns="36000" bIns="36000">
            <a:spAutoFit/>
          </a:bodyPr>
          <a:lstStyle/>
          <a:p>
            <a:pPr algn="l"/>
            <a:r>
              <a:rPr sz="1600" b="1">
                <a:solidFill>
                  <a:srgbClr val="003A85"/>
                </a:solidFill>
              </a:rPr>
              <a:t>勉強会・ハンズオンによる知識共有</a:t>
            </a:r>
          </a:p>
        </p:txBody>
      </p:sp>
      <p:sp>
        <p:nvSpPr>
          <p:cNvPr id="18" name="TextBox 17"/>
          <p:cNvSpPr txBox="1"/>
          <p:nvPr/>
        </p:nvSpPr>
        <p:spPr>
          <a:xfrm>
            <a:off x="790000" y="4880000"/>
            <a:ext cx="5090000" cy="760000"/>
          </a:xfrm>
          <a:prstGeom prst="rect">
            <a:avLst/>
          </a:prstGeom>
          <a:noFill/>
        </p:spPr>
        <p:txBody>
          <a:bodyPr wrap="square" anchor="t" lIns="72000" rIns="72000" tIns="36000" bIns="36000">
            <a:spAutoFit/>
          </a:bodyPr>
          <a:lstStyle/>
          <a:p>
            <a:pPr algn="l"/>
            <a:r>
              <a:rPr sz="1400" b="0">
                <a:solidFill>
                  <a:srgbClr val="262626"/>
                </a:solidFill>
              </a:rPr>
              <a:t>・実機検証で得た知識を勉強会・ハンズオンで共有</a:t>
            </a:r>
          </a:p>
          <a:p>
            <a:pPr algn="l">
              <a:spcBef>
                <a:spcPts val="400"/>
              </a:spcBef>
            </a:pPr>
            <a:r>
              <a:rPr sz="1400" b="0">
                <a:solidFill>
                  <a:srgbClr val="262626"/>
                </a:solidFill>
              </a:rPr>
              <a:t>・自分の中に留めず、周囲が使える状態にした</a:t>
            </a:r>
          </a:p>
        </p:txBody>
      </p:sp>
      <p:sp>
        <p:nvSpPr>
          <p:cNvPr id="19" name="Rectangle 18"/>
          <p:cNvSpPr/>
          <p:nvPr/>
        </p:nvSpPr>
        <p:spPr>
          <a:xfrm>
            <a:off x="6242000" y="1130000"/>
            <a:ext cx="5350000" cy="420000"/>
          </a:xfrm>
          <a:prstGeom prst="rect">
            <a:avLst/>
          </a:prstGeom>
          <a:solidFill>
            <a:srgbClr val="003A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36000" bIns="36000"/>
          <a:lstStyle/>
          <a:p>
            <a:pPr algn="l"/>
            <a:r>
              <a:rPr sz="1600" b="1">
                <a:solidFill>
                  <a:srgbClr val="FFFFFF"/>
                </a:solidFill>
              </a:rPr>
              <a:t>【今後】最も推進したいウェイ：継承</a:t>
            </a:r>
          </a:p>
        </p:txBody>
      </p:sp>
      <p:sp>
        <p:nvSpPr>
          <p:cNvPr id="20" name="Rectangle 19"/>
          <p:cNvSpPr/>
          <p:nvPr/>
        </p:nvSpPr>
        <p:spPr>
          <a:xfrm>
            <a:off x="6242000" y="1650000"/>
            <a:ext cx="5350000" cy="1280000"/>
          </a:xfrm>
          <a:prstGeom prst="rect">
            <a:avLst/>
          </a:prstGeom>
          <a:solidFill>
            <a:srgbClr val="FFFFFF"/>
          </a:solidFill>
          <a:ln w="952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42000" y="1650000"/>
            <a:ext cx="70000" cy="1280000"/>
          </a:xfrm>
          <a:prstGeom prst="rect">
            <a:avLst/>
          </a:prstGeom>
          <a:solidFill>
            <a:srgbClr val="D92B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432000" y="1760000"/>
            <a:ext cx="640000" cy="300000"/>
          </a:xfrm>
          <a:prstGeom prst="roundRect">
            <a:avLst/>
          </a:prstGeom>
          <a:solidFill>
            <a:srgbClr val="D92B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36000" bIns="36000"/>
          <a:lstStyle/>
          <a:p>
            <a:pPr algn="ctr"/>
            <a:r>
              <a:rPr sz="1300" b="1">
                <a:solidFill>
                  <a:srgbClr val="FFFFFF"/>
                </a:solidFill>
              </a:rPr>
              <a:t>①</a:t>
            </a:r>
          </a:p>
        </p:txBody>
      </p:sp>
      <p:sp>
        <p:nvSpPr>
          <p:cNvPr id="23" name="TextBox 22"/>
          <p:cNvSpPr txBox="1"/>
          <p:nvPr/>
        </p:nvSpPr>
        <p:spPr>
          <a:xfrm>
            <a:off x="7142000" y="1740000"/>
            <a:ext cx="4390000" cy="340000"/>
          </a:xfrm>
          <a:prstGeom prst="rect">
            <a:avLst/>
          </a:prstGeom>
          <a:noFill/>
        </p:spPr>
        <p:txBody>
          <a:bodyPr wrap="square" anchor="ctr" lIns="72000" rIns="72000" tIns="36000" bIns="36000">
            <a:spAutoFit/>
          </a:bodyPr>
          <a:lstStyle/>
          <a:p>
            <a:pPr algn="l"/>
            <a:r>
              <a:rPr sz="1600" b="1">
                <a:solidFill>
                  <a:srgbClr val="003A85"/>
                </a:solidFill>
              </a:rPr>
              <a:t>判断や経験まで「形に残す」</a:t>
            </a:r>
          </a:p>
        </p:txBody>
      </p:sp>
      <p:sp>
        <p:nvSpPr>
          <p:cNvPr id="24" name="TextBox 23"/>
          <p:cNvSpPr txBox="1"/>
          <p:nvPr/>
        </p:nvSpPr>
        <p:spPr>
          <a:xfrm>
            <a:off x="6432000" y="2120000"/>
            <a:ext cx="5090000" cy="760000"/>
          </a:xfrm>
          <a:prstGeom prst="rect">
            <a:avLst/>
          </a:prstGeom>
          <a:noFill/>
        </p:spPr>
        <p:txBody>
          <a:bodyPr wrap="square" anchor="t" lIns="72000" rIns="72000" tIns="36000" bIns="36000">
            <a:spAutoFit/>
          </a:bodyPr>
          <a:lstStyle/>
          <a:p>
            <a:pPr algn="l"/>
            <a:r>
              <a:rPr sz="1400" b="0">
                <a:solidFill>
                  <a:srgbClr val="262626"/>
                </a:solidFill>
              </a:rPr>
              <a:t>・成果物だけでなく「なぜその判断か」まで残す</a:t>
            </a:r>
          </a:p>
          <a:p>
            <a:pPr algn="l">
              <a:spcBef>
                <a:spcPts val="400"/>
              </a:spcBef>
            </a:pPr>
            <a:r>
              <a:rPr sz="1400" b="0">
                <a:solidFill>
                  <a:srgbClr val="262626"/>
                </a:solidFill>
              </a:rPr>
              <a:t>・検証・試行錯誤で分かったことも知見にする</a:t>
            </a:r>
          </a:p>
        </p:txBody>
      </p:sp>
      <p:sp>
        <p:nvSpPr>
          <p:cNvPr id="25" name="Rectangle 24"/>
          <p:cNvSpPr/>
          <p:nvPr/>
        </p:nvSpPr>
        <p:spPr>
          <a:xfrm>
            <a:off x="6242000" y="3030000"/>
            <a:ext cx="5350000" cy="1280000"/>
          </a:xfrm>
          <a:prstGeom prst="rect">
            <a:avLst/>
          </a:prstGeom>
          <a:solidFill>
            <a:srgbClr val="FFFFFF"/>
          </a:solidFill>
          <a:ln w="952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2000" y="3030000"/>
            <a:ext cx="70000" cy="1280000"/>
          </a:xfrm>
          <a:prstGeom prst="rect">
            <a:avLst/>
          </a:prstGeom>
          <a:solidFill>
            <a:srgbClr val="D92B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432000" y="3140000"/>
            <a:ext cx="640000" cy="300000"/>
          </a:xfrm>
          <a:prstGeom prst="roundRect">
            <a:avLst/>
          </a:prstGeom>
          <a:solidFill>
            <a:srgbClr val="D92B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36000" bIns="36000"/>
          <a:lstStyle/>
          <a:p>
            <a:pPr algn="ctr"/>
            <a:r>
              <a:rPr sz="1300" b="1">
                <a:solidFill>
                  <a:srgbClr val="FFFFFF"/>
                </a:solidFill>
              </a:rPr>
              <a:t>②</a:t>
            </a:r>
          </a:p>
        </p:txBody>
      </p:sp>
      <p:sp>
        <p:nvSpPr>
          <p:cNvPr id="28" name="TextBox 27"/>
          <p:cNvSpPr txBox="1"/>
          <p:nvPr/>
        </p:nvSpPr>
        <p:spPr>
          <a:xfrm>
            <a:off x="7142000" y="3120000"/>
            <a:ext cx="4390000" cy="340000"/>
          </a:xfrm>
          <a:prstGeom prst="rect">
            <a:avLst/>
          </a:prstGeom>
          <a:noFill/>
        </p:spPr>
        <p:txBody>
          <a:bodyPr wrap="square" anchor="ctr" lIns="72000" rIns="72000" tIns="36000" bIns="36000">
            <a:spAutoFit/>
          </a:bodyPr>
          <a:lstStyle/>
          <a:p>
            <a:pPr algn="l"/>
            <a:r>
              <a:rPr sz="1600" b="1">
                <a:solidFill>
                  <a:srgbClr val="003A85"/>
                </a:solidFill>
              </a:rPr>
              <a:t>自分だけの知識にしない</a:t>
            </a:r>
          </a:p>
        </p:txBody>
      </p:sp>
      <p:sp>
        <p:nvSpPr>
          <p:cNvPr id="29" name="TextBox 28"/>
          <p:cNvSpPr txBox="1"/>
          <p:nvPr/>
        </p:nvSpPr>
        <p:spPr>
          <a:xfrm>
            <a:off x="6432000" y="3500000"/>
            <a:ext cx="5090000" cy="760000"/>
          </a:xfrm>
          <a:prstGeom prst="rect">
            <a:avLst/>
          </a:prstGeom>
          <a:noFill/>
        </p:spPr>
        <p:txBody>
          <a:bodyPr wrap="square" anchor="t" lIns="72000" rIns="72000" tIns="36000" bIns="36000">
            <a:spAutoFit/>
          </a:bodyPr>
          <a:lstStyle/>
          <a:p>
            <a:pPr algn="l"/>
            <a:r>
              <a:rPr sz="1400" b="0">
                <a:solidFill>
                  <a:srgbClr val="262626"/>
                </a:solidFill>
              </a:rPr>
              <a:t>・資料・パラメータシート・勉強会で周囲へ展開</a:t>
            </a:r>
          </a:p>
          <a:p>
            <a:pPr algn="l">
              <a:spcBef>
                <a:spcPts val="400"/>
              </a:spcBef>
            </a:pPr>
            <a:r>
              <a:rPr sz="1400" b="0">
                <a:solidFill>
                  <a:srgbClr val="262626"/>
                </a:solidFill>
              </a:rPr>
              <a:t>・次の担当者がゼロから調べなくて済むようにする</a:t>
            </a:r>
          </a:p>
        </p:txBody>
      </p:sp>
      <p:sp>
        <p:nvSpPr>
          <p:cNvPr id="30" name="Rectangle 29"/>
          <p:cNvSpPr/>
          <p:nvPr/>
        </p:nvSpPr>
        <p:spPr>
          <a:xfrm>
            <a:off x="6242000" y="4410000"/>
            <a:ext cx="5350000" cy="1280000"/>
          </a:xfrm>
          <a:prstGeom prst="rect">
            <a:avLst/>
          </a:prstGeom>
          <a:solidFill>
            <a:srgbClr val="FFFFFF"/>
          </a:solidFill>
          <a:ln w="952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242000" y="4410000"/>
            <a:ext cx="70000" cy="1280000"/>
          </a:xfrm>
          <a:prstGeom prst="rect">
            <a:avLst/>
          </a:prstGeom>
          <a:solidFill>
            <a:srgbClr val="D92B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432000" y="4520000"/>
            <a:ext cx="640000" cy="300000"/>
          </a:xfrm>
          <a:prstGeom prst="roundRect">
            <a:avLst/>
          </a:prstGeom>
          <a:solidFill>
            <a:srgbClr val="D92B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36000" bIns="36000"/>
          <a:lstStyle/>
          <a:p>
            <a:pPr algn="ctr"/>
            <a:r>
              <a:rPr sz="1300" b="1">
                <a:solidFill>
                  <a:srgbClr val="FFFFFF"/>
                </a:solidFill>
              </a:rPr>
              <a:t>③</a:t>
            </a:r>
          </a:p>
        </p:txBody>
      </p:sp>
      <p:sp>
        <p:nvSpPr>
          <p:cNvPr id="33" name="TextBox 32"/>
          <p:cNvSpPr txBox="1"/>
          <p:nvPr/>
        </p:nvSpPr>
        <p:spPr>
          <a:xfrm>
            <a:off x="7142000" y="4500000"/>
            <a:ext cx="4390000" cy="340000"/>
          </a:xfrm>
          <a:prstGeom prst="rect">
            <a:avLst/>
          </a:prstGeom>
          <a:noFill/>
        </p:spPr>
        <p:txBody>
          <a:bodyPr wrap="square" anchor="ctr" lIns="72000" rIns="72000" tIns="36000" bIns="36000">
            <a:spAutoFit/>
          </a:bodyPr>
          <a:lstStyle/>
          <a:p>
            <a:pPr algn="l"/>
            <a:r>
              <a:rPr sz="1600" b="1">
                <a:solidFill>
                  <a:srgbClr val="003A85"/>
                </a:solidFill>
              </a:rPr>
              <a:t>「起点」「完遂」の質を上げてから継承</a:t>
            </a:r>
          </a:p>
        </p:txBody>
      </p:sp>
      <p:sp>
        <p:nvSpPr>
          <p:cNvPr id="34" name="TextBox 33"/>
          <p:cNvSpPr txBox="1"/>
          <p:nvPr/>
        </p:nvSpPr>
        <p:spPr>
          <a:xfrm>
            <a:off x="6432000" y="4880000"/>
            <a:ext cx="5090000" cy="760000"/>
          </a:xfrm>
          <a:prstGeom prst="rect">
            <a:avLst/>
          </a:prstGeom>
          <a:noFill/>
        </p:spPr>
        <p:txBody>
          <a:bodyPr wrap="square" anchor="t" lIns="72000" rIns="72000" tIns="36000" bIns="36000">
            <a:spAutoFit/>
          </a:bodyPr>
          <a:lstStyle/>
          <a:p>
            <a:pPr algn="l"/>
            <a:r>
              <a:rPr sz="1400" b="0">
                <a:solidFill>
                  <a:srgbClr val="262626"/>
                </a:solidFill>
              </a:rPr>
              <a:t>・起点：顧客やフロントが必要とすることまで考える</a:t>
            </a:r>
          </a:p>
          <a:p>
            <a:pPr algn="l">
              <a:spcBef>
                <a:spcPts val="400"/>
              </a:spcBef>
            </a:pPr>
            <a:r>
              <a:rPr sz="1400" b="0">
                <a:solidFill>
                  <a:srgbClr val="262626"/>
                </a:solidFill>
              </a:rPr>
              <a:t>・完遂：品質を高めて最後までやり切り、次へ継承</a:t>
            </a:r>
          </a:p>
        </p:txBody>
      </p:sp>
      <p:sp>
        <p:nvSpPr>
          <p:cNvPr id="35" name="arrow"/>
          <p:cNvSpPr/>
          <p:nvPr/>
        </p:nvSpPr>
        <p:spPr>
          <a:xfrm>
            <a:off x="5968000" y="3520000"/>
            <a:ext cx="256000" cy="300000"/>
          </a:xfrm>
          <a:prstGeom prst="rightArrow">
            <a:avLst/>
          </a:prstGeom>
          <a:solidFill>
            <a:srgbClr val="D92B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00000" y="5790000"/>
            <a:ext cx="10992000" cy="400000"/>
          </a:xfrm>
          <a:prstGeom prst="rect">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36000" bIns="36000"/>
          <a:lstStyle/>
          <a:p>
            <a:pPr algn="ctr"/>
            <a:r>
              <a:rPr sz="1500" b="1">
                <a:solidFill>
                  <a:srgbClr val="003A85"/>
                </a:solidFill>
              </a:rPr>
              <a:t>「起点」→「完遂」→「継承」を一連の仕事として意識し、経験を次の人へつなぐ</a:t>
            </a:r>
          </a:p>
        </p:txBody>
      </p:sp>
    </p:spTree>
  </p:cSld>
  <p:clrMapOvr>
    <a:masterClrMapping/>
  </p:clrMapOvr>
</p:sld>
</file>

<file path=ppt/theme/theme1.xml><?xml version="1.0" encoding="utf-8"?>
<a:theme xmlns:a="http://schemas.openxmlformats.org/drawingml/2006/main" name="CorporateColor_Blue">
  <a:themeElements>
    <a:clrScheme name="CTC_Blue">
      <a:dk1>
        <a:srgbClr val="FFFFFF"/>
      </a:dk1>
      <a:lt1>
        <a:srgbClr val="013C85"/>
      </a:lt1>
      <a:dk2>
        <a:srgbClr val="CACACA"/>
      </a:dk2>
      <a:lt2>
        <a:srgbClr val="005CCA"/>
      </a:lt2>
      <a:accent1>
        <a:srgbClr val="F5F5F5"/>
      </a:accent1>
      <a:accent2>
        <a:srgbClr val="01B1C9"/>
      </a:accent2>
      <a:accent3>
        <a:srgbClr val="009244"/>
      </a:accent3>
      <a:accent4>
        <a:srgbClr val="E80000"/>
      </a:accent4>
      <a:accent5>
        <a:srgbClr val="FFFF00"/>
      </a:accent5>
      <a:accent6>
        <a:srgbClr val="000000"/>
      </a:accent6>
      <a:hlink>
        <a:srgbClr val="4C8DDA"/>
      </a:hlink>
      <a:folHlink>
        <a:srgbClr val="99BEEA"/>
      </a:folHlink>
    </a:clrScheme>
    <a:fontScheme name="ユーザー定義 1">
      <a:majorFont>
        <a:latin typeface="游ゴシック Medium"/>
        <a:ea typeface="游ゴシック Medium"/>
        <a:cs typeface=""/>
      </a:majorFont>
      <a:minorFont>
        <a:latin typeface="游ゴシック Medium"/>
        <a:ea typeface="游ゴシック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rporateColor_White">
  <a:themeElements>
    <a:clrScheme name="CTC_White">
      <a:dk1>
        <a:srgbClr val="013C85"/>
      </a:dk1>
      <a:lt1>
        <a:srgbClr val="FFFFFF"/>
      </a:lt1>
      <a:dk2>
        <a:srgbClr val="013C85"/>
      </a:dk2>
      <a:lt2>
        <a:srgbClr val="CACACA"/>
      </a:lt2>
      <a:accent1>
        <a:srgbClr val="005CCA"/>
      </a:accent1>
      <a:accent2>
        <a:srgbClr val="01B0C9"/>
      </a:accent2>
      <a:accent3>
        <a:srgbClr val="009244"/>
      </a:accent3>
      <a:accent4>
        <a:srgbClr val="E80000"/>
      </a:accent4>
      <a:accent5>
        <a:srgbClr val="FFFF00"/>
      </a:accent5>
      <a:accent6>
        <a:srgbClr val="000000"/>
      </a:accent6>
      <a:hlink>
        <a:srgbClr val="4C8DDA"/>
      </a:hlink>
      <a:folHlink>
        <a:srgbClr val="98BEE9"/>
      </a:folHlink>
    </a:clrScheme>
    <a:fontScheme name="ユーザー定義 1">
      <a:majorFont>
        <a:latin typeface="游ゴシック Medium"/>
        <a:ea typeface="游ゴシック Medium"/>
        <a:cs typeface=""/>
      </a:majorFont>
      <a:minorFont>
        <a:latin typeface="游ゴシック Medium"/>
        <a:ea typeface="游ゴシック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orporatePhilosophy">
  <a:themeElements>
    <a:clrScheme name="CTC_Blue">
      <a:dk1>
        <a:srgbClr val="FFFFFF"/>
      </a:dk1>
      <a:lt1>
        <a:srgbClr val="013C85"/>
      </a:lt1>
      <a:dk2>
        <a:srgbClr val="CACACA"/>
      </a:dk2>
      <a:lt2>
        <a:srgbClr val="005CCA"/>
      </a:lt2>
      <a:accent1>
        <a:srgbClr val="F5F5F5"/>
      </a:accent1>
      <a:accent2>
        <a:srgbClr val="01B1C9"/>
      </a:accent2>
      <a:accent3>
        <a:srgbClr val="009244"/>
      </a:accent3>
      <a:accent4>
        <a:srgbClr val="E80000"/>
      </a:accent4>
      <a:accent5>
        <a:srgbClr val="FFFF00"/>
      </a:accent5>
      <a:accent6>
        <a:srgbClr val="000000"/>
      </a:accent6>
      <a:hlink>
        <a:srgbClr val="4C8DDA"/>
      </a:hlink>
      <a:folHlink>
        <a:srgbClr val="99BEEA"/>
      </a:folHlink>
    </a:clrScheme>
    <a:fontScheme name="ユーザー定義 1">
      <a:majorFont>
        <a:latin typeface="游ゴシック Medium"/>
        <a:ea typeface="游ゴシック Medium"/>
        <a:cs typeface=""/>
      </a:majorFont>
      <a:minorFont>
        <a:latin typeface="游ゴシック Medium"/>
        <a:ea typeface="游ゴシック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A852ED5404D7184BB1FAAF48B03E2814" ma:contentTypeVersion="17" ma:contentTypeDescription="新しいドキュメントを作成します。" ma:contentTypeScope="" ma:versionID="d8dc6d8661c69ee934d42f76317ce508">
  <xsd:schema xmlns:xsd="http://www.w3.org/2001/XMLSchema" xmlns:xs="http://www.w3.org/2001/XMLSchema" xmlns:p="http://schemas.microsoft.com/office/2006/metadata/properties" xmlns:ns2="ea247311-c153-44f9-8e3f-2aa86b175f47" xmlns:ns3="88c962b8-115f-4205-b891-939ec131c46c" targetNamespace="http://schemas.microsoft.com/office/2006/metadata/properties" ma:root="true" ma:fieldsID="e24df1055a0bf01d42d4fc55f4426425" ns2:_="" ns3:_="">
    <xsd:import namespace="ea247311-c153-44f9-8e3f-2aa86b175f47"/>
    <xsd:import namespace="88c962b8-115f-4205-b891-939ec131c46c"/>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Location" minOccurs="0"/>
                <xsd:element ref="ns3:SharedWithUsers" minOccurs="0"/>
                <xsd:element ref="ns3:SharedWithDetails" minOccurs="0"/>
                <xsd:element ref="ns2:lcf76f155ced4ddcb4097134ff3c332f" minOccurs="0"/>
                <xsd:element ref="ns3:TaxCatchAll" minOccurs="0"/>
                <xsd:element ref="ns2:MediaLengthInSecond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a247311-c153-44f9-8e3f-2aa86b175f4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Location" ma:index="15" nillable="true" ma:displayName="Location" ma:internalName="MediaServiceLocation" ma:readOnly="true">
      <xsd:simpleType>
        <xsd:restriction base="dms:Text"/>
      </xsd:simpleType>
    </xsd:element>
    <xsd:element name="lcf76f155ced4ddcb4097134ff3c332f" ma:index="19" nillable="true" ma:taxonomy="true" ma:internalName="lcf76f155ced4ddcb4097134ff3c332f" ma:taxonomyFieldName="MediaServiceImageTags" ma:displayName="画像タグ" ma:readOnly="false" ma:fieldId="{5cf76f15-5ced-4ddc-b409-7134ff3c332f}" ma:taxonomyMulti="true" ma:sspId="6bc6290a-8cd6-4a27-9e67-61465016fcd5" ma:termSetId="09814cd3-568e-fe90-9814-8d621ff8fb84" ma:anchorId="fba54fb3-c3e1-fe81-a776-ca4b69148c4d" ma:open="true" ma:isKeyword="false">
      <xsd:complexType>
        <xsd:sequence>
          <xsd:element ref="pc:Terms" minOccurs="0" maxOccurs="1"/>
        </xsd:sequence>
      </xsd:complexType>
    </xsd:element>
    <xsd:element name="MediaLengthInSeconds" ma:index="21" nillable="true" ma:displayName="MediaLengthInSeconds" ma:hidden="true" ma:internalName="MediaLengthInSeconds" ma:readOnly="true">
      <xsd:simpleType>
        <xsd:restriction base="dms:Unknown"/>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8c962b8-115f-4205-b891-939ec131c46c" elementFormDefault="qualified">
    <xsd:import namespace="http://schemas.microsoft.com/office/2006/documentManagement/types"/>
    <xsd:import namespace="http://schemas.microsoft.com/office/infopath/2007/PartnerControls"/>
    <xsd:element name="SharedWithUsers" ma:index="16"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共有相手の詳細情報" ma:internalName="SharedWithDetails" ma:readOnly="true">
      <xsd:simpleType>
        <xsd:restriction base="dms:Note">
          <xsd:maxLength value="255"/>
        </xsd:restriction>
      </xsd:simpleType>
    </xsd:element>
    <xsd:element name="TaxCatchAll" ma:index="20" nillable="true" ma:displayName="Taxonomy Catch All Column" ma:hidden="true" ma:list="{d7b9ed24-0d31-4f86-94f1-a9944e46b102}" ma:internalName="TaxCatchAll" ma:showField="CatchAllData" ma:web="88c962b8-115f-4205-b891-939ec131c46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7"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ea247311-c153-44f9-8e3f-2aa86b175f47">
      <Terms xmlns="http://schemas.microsoft.com/office/infopath/2007/PartnerControls"/>
    </lcf76f155ced4ddcb4097134ff3c332f>
    <TaxCatchAll xmlns="88c962b8-115f-4205-b891-939ec131c46c" xsi:nil="true"/>
  </documentManagement>
</p:properties>
</file>

<file path=customXml/itemProps1.xml><?xml version="1.0" encoding="utf-8"?>
<ds:datastoreItem xmlns:ds="http://schemas.openxmlformats.org/officeDocument/2006/customXml" ds:itemID="{E568E5C1-C745-4549-A88C-B6756F20F20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a247311-c153-44f9-8e3f-2aa86b175f47"/>
    <ds:schemaRef ds:uri="88c962b8-115f-4205-b891-939ec131c46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4B0562A-BA10-403E-AAEF-F86CF032778E}">
  <ds:schemaRefs>
    <ds:schemaRef ds:uri="http://schemas.microsoft.com/sharepoint/v3/contenttype/forms"/>
  </ds:schemaRefs>
</ds:datastoreItem>
</file>

<file path=customXml/itemProps3.xml><?xml version="1.0" encoding="utf-8"?>
<ds:datastoreItem xmlns:ds="http://schemas.openxmlformats.org/officeDocument/2006/customXml" ds:itemID="{F621AB49-47AA-4F55-A869-9ABAA60B429E}">
  <ds:schemaRefs>
    <ds:schemaRef ds:uri="http://www.w3.org/XML/1998/namespace"/>
    <ds:schemaRef ds:uri="http://purl.org/dc/dcmitype/"/>
    <ds:schemaRef ds:uri="http://schemas.microsoft.com/office/2006/documentManagement/types"/>
    <ds:schemaRef ds:uri="http://schemas.microsoft.com/office/2006/metadata/properties"/>
    <ds:schemaRef ds:uri="http://schemas.microsoft.com/office/infopath/2007/PartnerControls"/>
    <ds:schemaRef ds:uri="88c962b8-115f-4205-b891-939ec131c46c"/>
    <ds:schemaRef ds:uri="http://purl.org/dc/elements/1.1/"/>
    <ds:schemaRef ds:uri="ea247311-c153-44f9-8e3f-2aa86b175f47"/>
    <ds:schemaRef ds:uri="http://purl.org/dc/terms/"/>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otalTime>1</TotalTime>
  <Words>288</Words>
  <Application>Microsoft Office PowerPoint</Application>
  <PresentationFormat>ワイド画面</PresentationFormat>
  <Paragraphs>14</Paragraphs>
  <Slides>2</Slides>
  <Notes>0</Notes>
  <HiddenSlides>1</HiddenSlides>
  <MMClips>0</MMClips>
  <ScaleCrop>false</ScaleCrop>
  <HeadingPairs>
    <vt:vector size="6" baseType="variant">
      <vt:variant>
        <vt:lpstr>使用されているフォント</vt:lpstr>
      </vt:variant>
      <vt:variant>
        <vt:i4>4</vt:i4>
      </vt:variant>
      <vt:variant>
        <vt:lpstr>テーマ</vt:lpstr>
      </vt:variant>
      <vt:variant>
        <vt:i4>3</vt:i4>
      </vt:variant>
      <vt:variant>
        <vt:lpstr>スライド タイトル</vt:lpstr>
      </vt:variant>
      <vt:variant>
        <vt:i4>2</vt:i4>
      </vt:variant>
    </vt:vector>
  </HeadingPairs>
  <TitlesOfParts>
    <vt:vector size="9" baseType="lpstr">
      <vt:lpstr>Yu Gothic</vt:lpstr>
      <vt:lpstr>Yu Gothic Medium</vt:lpstr>
      <vt:lpstr>Yu Gothic Medium</vt:lpstr>
      <vt:lpstr>Arial</vt:lpstr>
      <vt:lpstr>CorporateColor_Blue</vt:lpstr>
      <vt:lpstr>CorporateColor_White</vt:lpstr>
      <vt:lpstr>CorporatePhilosophy</vt:lpstr>
      <vt:lpstr>PowerPoint プレゼンテーション</vt:lpstr>
      <vt:lpstr>PowerPoint プレゼンテーション</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渡辺　裕美子</cp:lastModifiedBy>
  <cp:revision>11</cp:revision>
  <dcterms:created xsi:type="dcterms:W3CDTF">2025-02-21T11:36:23Z</dcterms:created>
  <dcterms:modified xsi:type="dcterms:W3CDTF">2026-05-11T05:22:21Z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0x010100A852ED5404D7184BB1FAAF48B03E2814</vt:lpwstr>
  </property>
  <property fmtid="{D5CDD505-2E9C-101B-9397-08002B2CF9AE}" pid="3" name="MediaServiceImageTags">
    <vt:lpwstr/>
  </property>
  <property fmtid="{D5CDD505-2E9C-101B-9397-08002B2CF9AE}" pid="4" name="MSIP_Label_babb27ca-7868-470c-8d5b-74df37759162_Enabled">
    <vt:lpwstr>true</vt:lpwstr>
  </property>
  <property fmtid="{D5CDD505-2E9C-101B-9397-08002B2CF9AE}" pid="5" name="MSIP_Label_babb27ca-7868-470c-8d5b-74df37759162_SetDate">
    <vt:lpwstr>2026-04-17T05:37:38Z</vt:lpwstr>
  </property>
  <property fmtid="{D5CDD505-2E9C-101B-9397-08002B2CF9AE}" pid="6" name="MSIP_Label_babb27ca-7868-470c-8d5b-74df37759162_Method">
    <vt:lpwstr>Privileged</vt:lpwstr>
  </property>
  <property fmtid="{D5CDD505-2E9C-101B-9397-08002B2CF9AE}" pid="7" name="MSIP_Label_babb27ca-7868-470c-8d5b-74df37759162_Name">
    <vt:lpwstr>babb27ca-7868-470c-8d5b-74df37759162</vt:lpwstr>
  </property>
  <property fmtid="{D5CDD505-2E9C-101B-9397-08002B2CF9AE}" pid="8" name="MSIP_Label_babb27ca-7868-470c-8d5b-74df37759162_SiteId">
    <vt:lpwstr>bdda4ca5-4ffd-4f47-9e0d-ce56ad194b37</vt:lpwstr>
  </property>
  <property fmtid="{D5CDD505-2E9C-101B-9397-08002B2CF9AE}" pid="9" name="MSIP_Label_babb27ca-7868-470c-8d5b-74df37759162_ActionId">
    <vt:lpwstr>4e2683a5-2c96-454b-9697-1f3ab6481dfa</vt:lpwstr>
  </property>
  <property fmtid="{D5CDD505-2E9C-101B-9397-08002B2CF9AE}" pid="10" name="MSIP_Label_babb27ca-7868-470c-8d5b-74df37759162_ContentBits">
    <vt:lpwstr>0</vt:lpwstr>
  </property>
</Properties>
</file>