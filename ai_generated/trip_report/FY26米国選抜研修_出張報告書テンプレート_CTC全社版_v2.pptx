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2" r:id="rId4"/>
    <p:sldMasterId id="2147483662" r:id="rId5"/>
    <p:sldMasterId id="2147483674" r:id="rId6"/>
  </p:sldMasterIdLst>
  <p:sldIdLst>
    <p:sldId id="256" r:id="rId8"/>
    <p:sldId id="257" r:id="rId7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70" r:id="rId27"/>
    <p:sldId id="271" r:id="rId28"/>
    <p:sldId id="267" r:id="rId24"/>
    <p:sldId id="268" r:id="rId25"/>
    <p:sldId id="269" r:id="rId2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CC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447" autoAdjust="0"/>
    <p:restoredTop sz="94660"/>
  </p:normalViewPr>
  <p:slideViewPr>
    <p:cSldViewPr snapToGrid="0">
      <p:cViewPr varScale="1">
        <p:scale>
          <a:sx n="146" d="100"/>
          <a:sy n="146" d="100"/>
        </p:scale>
        <p:origin x="3576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slide" Target="slides/slide2.xml"/><Relationship Id="rId8" Type="http://schemas.openxmlformats.org/officeDocument/2006/relationships/slide" Target="slides/slide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microsoft.com/office/2016/11/relationships/changesInfo" Target="changesInfos/changesInfo1.xml"/><Relationship Id="rId14" Type="http://schemas.openxmlformats.org/officeDocument/2006/relationships/notesMaster" Target="notesMasters/notesMaster1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渡辺　裕美子" userId="dfaf59ba-34b4-4945-9cd4-12722de19090" providerId="ADAL" clId="{D7FA7692-A690-4305-84AD-867B16E14331}"/>
    <pc:docChg chg="addSld">
      <pc:chgData name="渡辺　裕美子" userId="dfaf59ba-34b4-4945-9cd4-12722de19090" providerId="ADAL" clId="{D7FA7692-A690-4305-84AD-867B16E14331}" dt="2026-05-11T05:22:20.939" v="0" actId="680"/>
      <pc:docMkLst>
        <pc:docMk/>
      </pc:docMkLst>
      <pc:sldChg chg="new">
        <pc:chgData name="渡辺　裕美子" userId="dfaf59ba-34b4-4945-9cd4-12722de19090" providerId="ADAL" clId="{D7FA7692-A690-4305-84AD-867B16E14331}" dt="2026-05-11T05:22:20.939" v="0" actId="680"/>
        <pc:sldMkLst>
          <pc:docMk/>
          <pc:sldMk cId="1818760287" sldId="258"/>
        </pc:sldMkLst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訪問先や CES の日数が変わったら、目次と3章のスライドを合わせて直してください。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今年度の研修目的を記入します。前年度の報告書の「研修目的」を参考にしてください。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便名は e申請の旅程から記入しています。変更があれば直してください。【 】は訪問先・イベントに置き換えます。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参加者は確定リスト(US希望7名)から記入しています。確定後に更新してください。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セッション・ブースごとに ①②… を追加します。所感の枠は、自分の言葉で書きます。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セッション・ブースごとに ①②… を追加します。所感の枠は、自分の言葉で書きます。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セッション・ブースごとに ①②… を追加します。所感の枠は、自分の言葉で書きます。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訪問後に記入します。訪問先が公開していない情報の扱いは、訪問先のルールに従ってください。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訪問後に記入します。訪問先が公開していない情報の扱いは、訪問先のルールに従ってください。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訪問後に記入します。訪問先が公開していない情報の扱いは、訪問先のルールに従ってください。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訪問後に記入します。訪問先が公開していない情報の扱いは、訪問先のルールに従ってください。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所感は自分の言葉で書きます。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訪問後に記入します。訪問先が公開していない情報の扱いは、訪問先のルールに従ってください。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訪問後に記入します。訪問先が公開していない情報の扱いは、訪問先のルールに従ってください。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jp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jp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jp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jp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jpe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jpe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jpe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jpe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jp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8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9.jp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0.jp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1.jp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2.jp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3.jp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4.jp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5.jp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6.jp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6.jp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7.jp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8.jp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9.jp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0.jp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表紙（Blue）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>
            <a:extLst>
              <a:ext uri="{FF2B5EF4-FFF2-40B4-BE49-F238E27FC236}">
                <a16:creationId xmlns:a16="http://schemas.microsoft.com/office/drawing/2014/main" id="{7A549B3F-6E42-5D8E-5AF1-A6A01DDBF2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4282" y="1989088"/>
            <a:ext cx="10563436" cy="1371445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>
            <a:lvl1pPr algn="l">
              <a:defRPr sz="3600" b="1" i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</a:defRPr>
            </a:lvl1pPr>
          </a:lstStyle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20" name="テキスト プレースホルダー 12">
            <a:extLst>
              <a:ext uri="{FF2B5EF4-FFF2-40B4-BE49-F238E27FC236}">
                <a16:creationId xmlns:a16="http://schemas.microsoft.com/office/drawing/2014/main" id="{9944335A-02FF-AAD2-DE22-E224FD7E7B1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14282" y="5470206"/>
            <a:ext cx="10563436" cy="36512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400"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21" name="テキスト プレースホルダー 12">
            <a:extLst>
              <a:ext uri="{FF2B5EF4-FFF2-40B4-BE49-F238E27FC236}">
                <a16:creationId xmlns:a16="http://schemas.microsoft.com/office/drawing/2014/main" id="{7912AAE3-523D-E323-7491-DD06357C774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14282" y="5930984"/>
            <a:ext cx="10563436" cy="36512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400"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22" name="テキスト プレースホルダー 12">
            <a:extLst>
              <a:ext uri="{FF2B5EF4-FFF2-40B4-BE49-F238E27FC236}">
                <a16:creationId xmlns:a16="http://schemas.microsoft.com/office/drawing/2014/main" id="{624DC346-A7F9-5571-B983-366BBAA3E05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4282" y="3453206"/>
            <a:ext cx="10563436" cy="94734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400"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2" name="テキスト プレースホルダー 12">
            <a:extLst>
              <a:ext uri="{FF2B5EF4-FFF2-40B4-BE49-F238E27FC236}">
                <a16:creationId xmlns:a16="http://schemas.microsoft.com/office/drawing/2014/main" id="{E0BB9D9A-7D83-BDC9-5484-A8DE58E5E58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4282" y="561891"/>
            <a:ext cx="8640000" cy="43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  <p:sp>
        <p:nvSpPr>
          <p:cNvPr id="3" name="テキスト プレースホルダー 12">
            <a:extLst>
              <a:ext uri="{FF2B5EF4-FFF2-40B4-BE49-F238E27FC236}">
                <a16:creationId xmlns:a16="http://schemas.microsoft.com/office/drawing/2014/main" id="{C7D51BA0-4D20-D946-83F2-23804FB14BF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14282" y="5011200"/>
            <a:ext cx="10563436" cy="36512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400"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411795751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次（Blue）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テキスト プレースホルダー 12">
            <a:extLst>
              <a:ext uri="{FF2B5EF4-FFF2-40B4-BE49-F238E27FC236}">
                <a16:creationId xmlns:a16="http://schemas.microsoft.com/office/drawing/2014/main" id="{FA704374-D3A0-BEE4-7081-53FADE195E5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4388" y="1736725"/>
            <a:ext cx="540000" cy="312583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defTabSz="479968">
              <a:buNone/>
              <a:defRPr sz="2400" b="1" i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</a:defRPr>
            </a:lvl1pPr>
          </a:lstStyle>
          <a:p>
            <a:pPr lvl="0"/>
            <a:r>
              <a:rPr kumimoji="1" lang="en-US" altLang="ja-JP" dirty="0"/>
              <a:t>00</a:t>
            </a:r>
          </a:p>
          <a:p>
            <a:pPr lvl="0"/>
            <a:r>
              <a:rPr kumimoji="1" lang="en-US" altLang="ja-JP" dirty="0"/>
              <a:t>00</a:t>
            </a:r>
          </a:p>
          <a:p>
            <a:pPr lvl="0"/>
            <a:r>
              <a:rPr kumimoji="1" lang="en-US" altLang="ja-JP" dirty="0"/>
              <a:t>00</a:t>
            </a:r>
          </a:p>
          <a:p>
            <a:pPr lvl="0"/>
            <a:r>
              <a:rPr kumimoji="1" lang="en-US" altLang="ja-JP" dirty="0"/>
              <a:t>00</a:t>
            </a:r>
          </a:p>
          <a:p>
            <a:pPr lvl="0"/>
            <a:r>
              <a:rPr kumimoji="1" lang="en-US" altLang="ja-JP" dirty="0"/>
              <a:t>00</a:t>
            </a:r>
          </a:p>
          <a:p>
            <a:pPr lvl="0"/>
            <a:r>
              <a:rPr kumimoji="1" lang="en-US" altLang="ja-JP" dirty="0"/>
              <a:t>00</a:t>
            </a: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D4B1295D-9297-98D3-4943-C0AA218C7B69}"/>
              </a:ext>
            </a:extLst>
          </p:cNvPr>
          <p:cNvSpPr txBox="1">
            <a:spLocks/>
          </p:cNvSpPr>
          <p:nvPr userDrawn="1"/>
        </p:nvSpPr>
        <p:spPr>
          <a:xfrm>
            <a:off x="325402" y="6394865"/>
            <a:ext cx="2743200" cy="33193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304670" rtl="0" eaLnBrk="1" latinLnBrk="0" hangingPunct="1">
              <a:defRPr sz="2000" b="0" i="0" kern="1200">
                <a:solidFill>
                  <a:srgbClr val="003D86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  <a:cs typeface="+mn-cs"/>
              </a:defRPr>
            </a:lvl1pPr>
            <a:lvl2pPr marL="30467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336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00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8672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34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007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267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7344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kumimoji="1" lang="en" altLang="ja-JP" sz="700" dirty="0">
                <a:solidFill>
                  <a:schemeClr val="tx1"/>
                </a:solidFill>
              </a:rPr>
              <a:t>ⓒ ITOCHU Techno-Solutions Corporation</a:t>
            </a:r>
            <a:endParaRPr kumimoji="1" lang="ja-JP" altLang="en-US" sz="700">
              <a:solidFill>
                <a:schemeClr val="tx1"/>
              </a:solidFill>
            </a:endParaRP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71656AB0-3198-460E-9F5B-AA4046500886}"/>
              </a:ext>
            </a:extLst>
          </p:cNvPr>
          <p:cNvSpPr txBox="1">
            <a:spLocks/>
          </p:cNvSpPr>
          <p:nvPr userDrawn="1"/>
        </p:nvSpPr>
        <p:spPr>
          <a:xfrm>
            <a:off x="9133618" y="6326799"/>
            <a:ext cx="2743200" cy="299462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304670" rtl="0" eaLnBrk="1" latinLnBrk="0" hangingPunct="1">
              <a:defRPr sz="1600" b="0" i="0" kern="1200">
                <a:solidFill>
                  <a:srgbClr val="003D86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  <a:cs typeface="+mn-cs"/>
              </a:defRPr>
            </a:lvl1pPr>
            <a:lvl2pPr marL="30467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336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00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8672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34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007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267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7344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61D7DA0-AA9A-8342-BE3E-6EB34F8DE2BC}" type="slidenum">
              <a:rPr kumimoji="1" lang="ja-JP" altLang="en-US" sz="1600" smtClean="0">
                <a:solidFill>
                  <a:schemeClr val="tx1"/>
                </a:solidFill>
              </a:rPr>
              <a:pPr/>
              <a:t>‹#›</a:t>
            </a:fld>
            <a:endParaRPr kumimoji="1" lang="ja-JP" altLang="en-US" sz="1600">
              <a:solidFill>
                <a:schemeClr val="tx1"/>
              </a:solidFill>
            </a:endParaRPr>
          </a:p>
        </p:txBody>
      </p:sp>
      <p:sp>
        <p:nvSpPr>
          <p:cNvPr id="9" name="テキスト プレースホルダー 12">
            <a:extLst>
              <a:ext uri="{FF2B5EF4-FFF2-40B4-BE49-F238E27FC236}">
                <a16:creationId xmlns:a16="http://schemas.microsoft.com/office/drawing/2014/main" id="{7AC05E7B-9814-9626-5062-1D68BF6EE32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396897" y="1736725"/>
            <a:ext cx="7012467" cy="312583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defTabSz="479968">
              <a:buNone/>
              <a:defRPr sz="2400"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  <a:endParaRPr kumimoji="1" lang="en-US" altLang="ja-JP" dirty="0"/>
          </a:p>
          <a:p>
            <a:pPr lvl="0"/>
            <a:r>
              <a:rPr kumimoji="1" lang="ja-JP" altLang="en-US"/>
              <a:t>マスター テキストの書式設定</a:t>
            </a:r>
            <a:endParaRPr kumimoji="1" lang="en-US" altLang="ja-JP" dirty="0"/>
          </a:p>
          <a:p>
            <a:pPr lvl="0"/>
            <a:r>
              <a:rPr kumimoji="1" lang="ja-JP" altLang="en-US"/>
              <a:t>マスター テキストの書式設定</a:t>
            </a:r>
            <a:endParaRPr kumimoji="1" lang="en-US" altLang="ja-JP" dirty="0"/>
          </a:p>
          <a:p>
            <a:pPr lvl="0"/>
            <a:r>
              <a:rPr kumimoji="1" lang="ja-JP" altLang="en-US"/>
              <a:t>マスター テキストの書式設定</a:t>
            </a:r>
            <a:endParaRPr kumimoji="1" lang="en-US" altLang="ja-JP" dirty="0"/>
          </a:p>
          <a:p>
            <a:pPr lvl="0"/>
            <a:r>
              <a:rPr kumimoji="1" lang="ja-JP" altLang="en-US"/>
              <a:t>マスター テキストの書式設定</a:t>
            </a:r>
            <a:endParaRPr kumimoji="1" lang="en-US" altLang="ja-JP" dirty="0"/>
          </a:p>
          <a:p>
            <a:pPr lvl="0"/>
            <a:r>
              <a:rPr kumimoji="1" lang="ja-JP" altLang="en-US"/>
              <a:t>マスター テキストの書式設定</a:t>
            </a:r>
            <a:endParaRPr kumimoji="1" lang="en-US" altLang="ja-JP" dirty="0"/>
          </a:p>
        </p:txBody>
      </p:sp>
      <p:sp>
        <p:nvSpPr>
          <p:cNvPr id="4" name="テキスト プレースホルダー 12">
            <a:extLst>
              <a:ext uri="{FF2B5EF4-FFF2-40B4-BE49-F238E27FC236}">
                <a16:creationId xmlns:a16="http://schemas.microsoft.com/office/drawing/2014/main" id="{648A653F-4B8E-E878-8165-68AC74B3973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97516" y="345421"/>
            <a:ext cx="9360000" cy="43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800" b="1" i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</a:defRPr>
            </a:lvl1pPr>
          </a:lstStyle>
          <a:p>
            <a:pPr lvl="0"/>
            <a:r>
              <a:rPr kumimoji="1" lang="ja-JP" altLang="en-US"/>
              <a:t>目次</a:t>
            </a:r>
          </a:p>
        </p:txBody>
      </p:sp>
    </p:spTree>
    <p:extLst>
      <p:ext uri="{BB962C8B-B14F-4D97-AF65-F5344CB8AC3E}">
        <p14:creationId xmlns:p14="http://schemas.microsoft.com/office/powerpoint/2010/main" val="3729790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ページ（Blue）1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34DD33FE-B22B-7C6E-F2F3-74EB184EE2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4282" y="1921292"/>
            <a:ext cx="10563436" cy="1371445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>
            <a:lvl1pPr algn="l">
              <a:defRPr sz="3000" b="1" i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4" name="テキスト プレースホルダー 12">
            <a:extLst>
              <a:ext uri="{FF2B5EF4-FFF2-40B4-BE49-F238E27FC236}">
                <a16:creationId xmlns:a16="http://schemas.microsoft.com/office/drawing/2014/main" id="{31EB169B-A341-76A4-5288-4555442A694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4282" y="3471448"/>
            <a:ext cx="10563436" cy="148192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DCF70B69-14BF-DB02-61E4-0C658E99F859}"/>
              </a:ext>
            </a:extLst>
          </p:cNvPr>
          <p:cNvSpPr txBox="1">
            <a:spLocks/>
          </p:cNvSpPr>
          <p:nvPr userDrawn="1"/>
        </p:nvSpPr>
        <p:spPr>
          <a:xfrm>
            <a:off x="325402" y="6394865"/>
            <a:ext cx="2743200" cy="33193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304670" rtl="0" eaLnBrk="1" latinLnBrk="0" hangingPunct="1">
              <a:defRPr sz="2000" b="0" i="0" kern="1200">
                <a:solidFill>
                  <a:srgbClr val="003D86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  <a:cs typeface="+mn-cs"/>
              </a:defRPr>
            </a:lvl1pPr>
            <a:lvl2pPr marL="30467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336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00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8672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34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007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267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7344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kumimoji="1" lang="en" altLang="ja-JP" sz="700" dirty="0">
                <a:solidFill>
                  <a:schemeClr val="tx1"/>
                </a:solidFill>
              </a:rPr>
              <a:t>ⓒ ITOCHU Techno-Solutions Corporation</a:t>
            </a:r>
            <a:endParaRPr kumimoji="1" lang="ja-JP" altLang="en-US" sz="700">
              <a:solidFill>
                <a:schemeClr val="tx1"/>
              </a:solidFill>
            </a:endParaRP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E21262D-4CBC-711A-678E-C582A97E2A4B}"/>
              </a:ext>
            </a:extLst>
          </p:cNvPr>
          <p:cNvSpPr txBox="1">
            <a:spLocks/>
          </p:cNvSpPr>
          <p:nvPr userDrawn="1"/>
        </p:nvSpPr>
        <p:spPr>
          <a:xfrm>
            <a:off x="9133618" y="6326799"/>
            <a:ext cx="2743200" cy="299462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304670" rtl="0" eaLnBrk="1" latinLnBrk="0" hangingPunct="1">
              <a:defRPr sz="1600" b="0" i="0" kern="1200">
                <a:solidFill>
                  <a:srgbClr val="003D86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  <a:cs typeface="+mn-cs"/>
              </a:defRPr>
            </a:lvl1pPr>
            <a:lvl2pPr marL="30467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336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00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8672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34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007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267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7344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61D7DA0-AA9A-8342-BE3E-6EB34F8DE2BC}" type="slidenum">
              <a:rPr kumimoji="1" lang="ja-JP" altLang="en-US" sz="1600" smtClean="0">
                <a:solidFill>
                  <a:schemeClr val="tx1"/>
                </a:solidFill>
              </a:rPr>
              <a:pPr/>
              <a:t>‹#›</a:t>
            </a:fld>
            <a:endParaRPr kumimoji="1" lang="ja-JP" altLang="en-US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39530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ページ（Blue）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図プレースホルダー 16">
            <a:extLst>
              <a:ext uri="{FF2B5EF4-FFF2-40B4-BE49-F238E27FC236}">
                <a16:creationId xmlns:a16="http://schemas.microsoft.com/office/drawing/2014/main" id="{44B84BAA-00D0-EC6F-3122-7C769ABC394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3429000"/>
            <a:ext cx="12192000" cy="3429000"/>
          </a:xfrm>
          <a:prstGeom prst="rect">
            <a:avLst/>
          </a:prstGeom>
          <a:solidFill>
            <a:schemeClr val="tx2"/>
          </a:solidFill>
        </p:spPr>
        <p:txBody>
          <a:bodyPr/>
          <a:lstStyle>
            <a:lvl1pPr marL="0" indent="0" algn="ctr">
              <a:buNone/>
              <a:defRPr sz="1800">
                <a:solidFill>
                  <a:schemeClr val="accent6"/>
                </a:solidFill>
              </a:defRPr>
            </a:lvl1pPr>
          </a:lstStyle>
          <a:p>
            <a:endParaRPr kumimoji="1" lang="en-US" altLang="ja-JP" dirty="0"/>
          </a:p>
          <a:p>
            <a:r>
              <a:rPr kumimoji="1" lang="ja-JP" altLang="en-US"/>
              <a:t>下のアイコンをクリックして画像を入れてください。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DD2D84B-A0B4-308E-97E4-47A503844F6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14282" y="1736725"/>
            <a:ext cx="10563436" cy="1048678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algn="l">
              <a:defRPr sz="7500" b="0" i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</a:defRPr>
            </a:lvl1pPr>
          </a:lstStyle>
          <a:p>
            <a:r>
              <a:rPr lang="en-US" dirty="0"/>
              <a:t>Master Title</a:t>
            </a:r>
          </a:p>
        </p:txBody>
      </p:sp>
      <p:sp>
        <p:nvSpPr>
          <p:cNvPr id="19" name="テキスト プレースホルダー 12">
            <a:extLst>
              <a:ext uri="{FF2B5EF4-FFF2-40B4-BE49-F238E27FC236}">
                <a16:creationId xmlns:a16="http://schemas.microsoft.com/office/drawing/2014/main" id="{D7EF27D2-7B54-CD21-7B68-8AC2125CBA0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4282" y="2816829"/>
            <a:ext cx="10563436" cy="57752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15" name="Date Placeholder 3">
            <a:extLst>
              <a:ext uri="{FF2B5EF4-FFF2-40B4-BE49-F238E27FC236}">
                <a16:creationId xmlns:a16="http://schemas.microsoft.com/office/drawing/2014/main" id="{BC6B3C1F-E9F4-5A43-5429-E768899B28F3}"/>
              </a:ext>
            </a:extLst>
          </p:cNvPr>
          <p:cNvSpPr txBox="1">
            <a:spLocks/>
          </p:cNvSpPr>
          <p:nvPr userDrawn="1"/>
        </p:nvSpPr>
        <p:spPr>
          <a:xfrm>
            <a:off x="325402" y="6394865"/>
            <a:ext cx="2743200" cy="33193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304670" rtl="0" eaLnBrk="1" latinLnBrk="0" hangingPunct="1">
              <a:defRPr sz="2000" b="0" i="0" kern="1200">
                <a:solidFill>
                  <a:srgbClr val="003D86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  <a:cs typeface="+mn-cs"/>
              </a:defRPr>
            </a:lvl1pPr>
            <a:lvl2pPr marL="30467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336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00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8672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34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007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267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7344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kumimoji="1" lang="en" altLang="ja-JP" sz="700" dirty="0">
                <a:solidFill>
                  <a:schemeClr val="tx1"/>
                </a:solidFill>
              </a:rPr>
              <a:t>ⓒ ITOCHU Techno-Solutions Corporation</a:t>
            </a:r>
            <a:endParaRPr kumimoji="1" lang="ja-JP" altLang="en-US" sz="700">
              <a:solidFill>
                <a:schemeClr val="tx1"/>
              </a:solidFill>
            </a:endParaRP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F303DD3F-E978-5180-B467-7002E1B4C20E}"/>
              </a:ext>
            </a:extLst>
          </p:cNvPr>
          <p:cNvSpPr txBox="1">
            <a:spLocks/>
          </p:cNvSpPr>
          <p:nvPr userDrawn="1"/>
        </p:nvSpPr>
        <p:spPr>
          <a:xfrm>
            <a:off x="9133618" y="6326799"/>
            <a:ext cx="2743200" cy="299462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304670" rtl="0" eaLnBrk="1" latinLnBrk="0" hangingPunct="1">
              <a:defRPr sz="1600" b="0" i="0" kern="1200">
                <a:solidFill>
                  <a:srgbClr val="003D86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  <a:cs typeface="+mn-cs"/>
              </a:defRPr>
            </a:lvl1pPr>
            <a:lvl2pPr marL="30467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336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00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8672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34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007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267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7344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61D7DA0-AA9A-8342-BE3E-6EB34F8DE2BC}" type="slidenum">
              <a:rPr kumimoji="1" lang="ja-JP" altLang="en-US" sz="1600" smtClean="0">
                <a:solidFill>
                  <a:schemeClr val="tx1"/>
                </a:solidFill>
              </a:rPr>
              <a:pPr/>
              <a:t>‹#›</a:t>
            </a:fld>
            <a:endParaRPr kumimoji="1" lang="ja-JP" altLang="en-US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96441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本文ページ（Blue）_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8AE19E5A-C399-4861-2D7D-879AA1F0C84F}"/>
              </a:ext>
            </a:extLst>
          </p:cNvPr>
          <p:cNvSpPr txBox="1">
            <a:spLocks/>
          </p:cNvSpPr>
          <p:nvPr userDrawn="1"/>
        </p:nvSpPr>
        <p:spPr>
          <a:xfrm>
            <a:off x="325402" y="6394865"/>
            <a:ext cx="2743200" cy="33193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304670" rtl="0" eaLnBrk="1" latinLnBrk="0" hangingPunct="1">
              <a:defRPr sz="2000" b="0" i="0" kern="1200">
                <a:solidFill>
                  <a:srgbClr val="003D86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  <a:cs typeface="+mn-cs"/>
              </a:defRPr>
            </a:lvl1pPr>
            <a:lvl2pPr marL="30467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336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00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8672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34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007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267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7344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kumimoji="1" lang="en" altLang="ja-JP" sz="700" dirty="0">
                <a:solidFill>
                  <a:schemeClr val="tx1"/>
                </a:solidFill>
              </a:rPr>
              <a:t>ⓒ ITOCHU Techno-Solutions Corporation</a:t>
            </a:r>
            <a:endParaRPr kumimoji="1" lang="ja-JP" altLang="en-US" sz="700">
              <a:solidFill>
                <a:schemeClr val="tx1"/>
              </a:solidFill>
            </a:endParaRP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5B88EED6-B583-2F6F-A5EB-452C22B7FA9E}"/>
              </a:ext>
            </a:extLst>
          </p:cNvPr>
          <p:cNvSpPr txBox="1">
            <a:spLocks/>
          </p:cNvSpPr>
          <p:nvPr userDrawn="1"/>
        </p:nvSpPr>
        <p:spPr>
          <a:xfrm>
            <a:off x="9133618" y="6326799"/>
            <a:ext cx="2743200" cy="299462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304670" rtl="0" eaLnBrk="1" latinLnBrk="0" hangingPunct="1">
              <a:defRPr sz="1600" b="0" i="0" kern="1200">
                <a:solidFill>
                  <a:srgbClr val="003D86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  <a:cs typeface="+mn-cs"/>
              </a:defRPr>
            </a:lvl1pPr>
            <a:lvl2pPr marL="30467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336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00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8672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34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007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267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7344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61D7DA0-AA9A-8342-BE3E-6EB34F8DE2BC}" type="slidenum">
              <a:rPr kumimoji="1" lang="ja-JP" altLang="en-US" sz="1600" smtClean="0">
                <a:solidFill>
                  <a:schemeClr val="tx1"/>
                </a:solidFill>
              </a:rPr>
              <a:pPr/>
              <a:t>‹#›</a:t>
            </a:fld>
            <a:endParaRPr kumimoji="1" lang="ja-JP" altLang="en-US" sz="1600">
              <a:solidFill>
                <a:schemeClr val="tx1"/>
              </a:solidFill>
            </a:endParaRPr>
          </a:p>
        </p:txBody>
      </p:sp>
      <p:sp>
        <p:nvSpPr>
          <p:cNvPr id="3" name="テキスト プレースホルダー 12">
            <a:extLst>
              <a:ext uri="{FF2B5EF4-FFF2-40B4-BE49-F238E27FC236}">
                <a16:creationId xmlns:a16="http://schemas.microsoft.com/office/drawing/2014/main" id="{894B2F28-2EB2-D95E-3269-4717B394FA1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98025" y="347571"/>
            <a:ext cx="8643197" cy="432000"/>
          </a:xfrm>
          <a:prstGeom prst="rect">
            <a:avLst/>
          </a:prstGeom>
        </p:spPr>
        <p:txBody>
          <a:bodyPr lIns="0" tIns="0" rIns="0">
            <a:noAutofit/>
          </a:bodyPr>
          <a:lstStyle>
            <a:lvl1pPr marL="0" indent="0">
              <a:buNone/>
              <a:defRPr sz="2800" b="1" i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</a:defRPr>
            </a:lvl1pPr>
          </a:lstStyle>
          <a:p>
            <a:pPr lvl="0"/>
            <a:r>
              <a:rPr kumimoji="1" lang="ja-JP" altLang="en-US"/>
              <a:t>タイトルの書式設定</a:t>
            </a:r>
          </a:p>
        </p:txBody>
      </p:sp>
      <p:sp>
        <p:nvSpPr>
          <p:cNvPr id="5" name="テキスト プレースホルダー 12">
            <a:extLst>
              <a:ext uri="{FF2B5EF4-FFF2-40B4-BE49-F238E27FC236}">
                <a16:creationId xmlns:a16="http://schemas.microsoft.com/office/drawing/2014/main" id="{2D76FB24-79F7-F06C-3218-54816F77072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4918" y="1268413"/>
            <a:ext cx="10562800" cy="494410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342900" indent="-342900" defTabSz="479968">
              <a:buFont typeface="Arial" panose="020B0604020202020204" pitchFamily="34" charset="0"/>
              <a:buChar char="•"/>
              <a:defRPr sz="2800"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  <a:lvl2pPr>
              <a:defRPr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2pPr>
            <a:lvl3pPr>
              <a:defRPr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3pPr>
            <a:lvl4pPr>
              <a:defRPr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4pPr>
            <a:lvl5pPr>
              <a:defRPr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5pPr>
            <a:lvl6pPr>
              <a:defRPr b="0" i="0">
                <a:solidFill>
                  <a:schemeClr val="bg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6pPr>
            <a:lvl7pPr>
              <a:defRPr b="0" i="0">
                <a:solidFill>
                  <a:schemeClr val="bg1"/>
                </a:solidFill>
              </a:defRPr>
            </a:lvl7pPr>
          </a:lstStyle>
          <a:p>
            <a:pPr lvl="0"/>
            <a:r>
              <a:rPr kumimoji="1" lang="ja-JP" altLang="en-US"/>
              <a:t>テキストの書式設定</a:t>
            </a:r>
            <a:endParaRPr kumimoji="1" lang="en-US" altLang="ja-JP" dirty="0"/>
          </a:p>
          <a:p>
            <a:pPr lvl="1"/>
            <a:r>
              <a:rPr kumimoji="1" lang="ja-JP" altLang="en-US"/>
              <a:t>テキスト</a:t>
            </a:r>
            <a:endParaRPr kumimoji="1" lang="en-US" altLang="ja-JP" dirty="0"/>
          </a:p>
          <a:p>
            <a:pPr lvl="2"/>
            <a:r>
              <a:rPr kumimoji="1" lang="ja-JP" altLang="en-US"/>
              <a:t>テキスト</a:t>
            </a:r>
            <a:endParaRPr kumimoji="1" lang="en-US" altLang="ja-JP" dirty="0"/>
          </a:p>
          <a:p>
            <a:pPr lvl="3"/>
            <a:r>
              <a:rPr kumimoji="1" lang="ja-JP" altLang="en-US"/>
              <a:t>テキスト</a:t>
            </a:r>
            <a:endParaRPr kumimoji="1" lang="en-US" altLang="ja-JP" dirty="0"/>
          </a:p>
          <a:p>
            <a:pPr lvl="4"/>
            <a:r>
              <a:rPr kumimoji="1" lang="ja-JP" altLang="en-US"/>
              <a:t>テキスト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51893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本文ページ（Blue）_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8AE19E5A-C399-4861-2D7D-879AA1F0C84F}"/>
              </a:ext>
            </a:extLst>
          </p:cNvPr>
          <p:cNvSpPr txBox="1">
            <a:spLocks/>
          </p:cNvSpPr>
          <p:nvPr userDrawn="1"/>
        </p:nvSpPr>
        <p:spPr>
          <a:xfrm>
            <a:off x="325402" y="6394865"/>
            <a:ext cx="2743200" cy="33193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304670" rtl="0" eaLnBrk="1" latinLnBrk="0" hangingPunct="1">
              <a:defRPr sz="2000" b="0" i="0" kern="1200">
                <a:solidFill>
                  <a:srgbClr val="003D86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  <a:cs typeface="+mn-cs"/>
              </a:defRPr>
            </a:lvl1pPr>
            <a:lvl2pPr marL="30467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336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00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8672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34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007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267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7344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kumimoji="1" lang="en" altLang="ja-JP" sz="700" dirty="0">
                <a:solidFill>
                  <a:schemeClr val="tx1"/>
                </a:solidFill>
              </a:rPr>
              <a:t>ⓒ ITOCHU Techno-Solutions Corporation</a:t>
            </a:r>
            <a:endParaRPr kumimoji="1" lang="ja-JP" altLang="en-US" sz="700">
              <a:solidFill>
                <a:schemeClr val="tx1"/>
              </a:solidFill>
            </a:endParaRP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5B88EED6-B583-2F6F-A5EB-452C22B7FA9E}"/>
              </a:ext>
            </a:extLst>
          </p:cNvPr>
          <p:cNvSpPr txBox="1">
            <a:spLocks/>
          </p:cNvSpPr>
          <p:nvPr userDrawn="1"/>
        </p:nvSpPr>
        <p:spPr>
          <a:xfrm>
            <a:off x="9133618" y="6326799"/>
            <a:ext cx="2743200" cy="299462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304670" rtl="0" eaLnBrk="1" latinLnBrk="0" hangingPunct="1">
              <a:defRPr sz="1600" b="0" i="0" kern="1200">
                <a:solidFill>
                  <a:srgbClr val="003D86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  <a:cs typeface="+mn-cs"/>
              </a:defRPr>
            </a:lvl1pPr>
            <a:lvl2pPr marL="30467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336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00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8672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34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007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267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7344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61D7DA0-AA9A-8342-BE3E-6EB34F8DE2BC}" type="slidenum">
              <a:rPr kumimoji="1" lang="ja-JP" altLang="en-US" sz="1600" smtClean="0">
                <a:solidFill>
                  <a:schemeClr val="tx1"/>
                </a:solidFill>
              </a:rPr>
              <a:pPr/>
              <a:t>‹#›</a:t>
            </a:fld>
            <a:endParaRPr kumimoji="1" lang="ja-JP" altLang="en-US" sz="1600">
              <a:solidFill>
                <a:schemeClr val="tx1"/>
              </a:solidFill>
            </a:endParaRPr>
          </a:p>
        </p:txBody>
      </p:sp>
      <p:sp>
        <p:nvSpPr>
          <p:cNvPr id="3" name="テキスト プレースホルダー 12">
            <a:extLst>
              <a:ext uri="{FF2B5EF4-FFF2-40B4-BE49-F238E27FC236}">
                <a16:creationId xmlns:a16="http://schemas.microsoft.com/office/drawing/2014/main" id="{2CD85119-74BE-A8B0-D31F-1DC10F827D3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98026" y="347571"/>
            <a:ext cx="8640000" cy="432000"/>
          </a:xfrm>
          <a:prstGeom prst="rect">
            <a:avLst/>
          </a:prstGeom>
        </p:spPr>
        <p:txBody>
          <a:bodyPr lIns="0" tIns="0" rIns="0">
            <a:noAutofit/>
          </a:bodyPr>
          <a:lstStyle>
            <a:lvl1pPr marL="0" indent="0">
              <a:buNone/>
              <a:defRPr sz="2800" b="1" i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</a:defRPr>
            </a:lvl1pPr>
          </a:lstStyle>
          <a:p>
            <a:pPr lvl="0"/>
            <a:r>
              <a:rPr kumimoji="1" lang="ja-JP" altLang="en-US"/>
              <a:t>タイトルの書式設定</a:t>
            </a:r>
          </a:p>
        </p:txBody>
      </p:sp>
      <p:sp>
        <p:nvSpPr>
          <p:cNvPr id="5" name="テキスト プレースホルダー 12">
            <a:extLst>
              <a:ext uri="{FF2B5EF4-FFF2-40B4-BE49-F238E27FC236}">
                <a16:creationId xmlns:a16="http://schemas.microsoft.com/office/drawing/2014/main" id="{2815103C-B0C1-BDA9-97C9-1BCB0BC710F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4918" y="1268412"/>
            <a:ext cx="4949027" cy="494410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342900" indent="-342900" defTabSz="479968">
              <a:buFont typeface="Arial" panose="020B0604020202020204" pitchFamily="34" charset="0"/>
              <a:buChar char="•"/>
              <a:defRPr sz="2800"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  <a:lvl2pPr>
              <a:defRPr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2pPr>
            <a:lvl3pPr>
              <a:defRPr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3pPr>
            <a:lvl4pPr>
              <a:defRPr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4pPr>
            <a:lvl5pPr>
              <a:defRPr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5pPr>
            <a:lvl6pPr>
              <a:defRPr b="0" i="0">
                <a:solidFill>
                  <a:schemeClr val="bg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6pPr>
            <a:lvl7pPr>
              <a:defRPr b="0" i="0">
                <a:solidFill>
                  <a:schemeClr val="bg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7pPr>
          </a:lstStyle>
          <a:p>
            <a:pPr lvl="0"/>
            <a:r>
              <a:rPr kumimoji="1" lang="ja-JP" altLang="en-US"/>
              <a:t>テキストの書式設定</a:t>
            </a:r>
            <a:endParaRPr kumimoji="1" lang="en-US" altLang="ja-JP" dirty="0"/>
          </a:p>
          <a:p>
            <a:pPr lvl="1"/>
            <a:r>
              <a:rPr kumimoji="1" lang="ja-JP" altLang="en-US"/>
              <a:t>テキスト</a:t>
            </a:r>
            <a:endParaRPr kumimoji="1" lang="en-US" altLang="ja-JP" dirty="0"/>
          </a:p>
          <a:p>
            <a:pPr lvl="2"/>
            <a:r>
              <a:rPr kumimoji="1" lang="ja-JP" altLang="en-US"/>
              <a:t>テキスト</a:t>
            </a:r>
            <a:endParaRPr kumimoji="1" lang="en-US" altLang="ja-JP" dirty="0"/>
          </a:p>
          <a:p>
            <a:pPr lvl="3"/>
            <a:r>
              <a:rPr kumimoji="1" lang="ja-JP" altLang="en-US"/>
              <a:t>テキスト</a:t>
            </a:r>
            <a:endParaRPr kumimoji="1" lang="en-US" altLang="ja-JP" dirty="0"/>
          </a:p>
          <a:p>
            <a:pPr lvl="4"/>
            <a:r>
              <a:rPr kumimoji="1" lang="ja-JP" altLang="en-US"/>
              <a:t>テキスト</a:t>
            </a:r>
            <a:endParaRPr kumimoji="1" lang="en-US" altLang="ja-JP" dirty="0"/>
          </a:p>
        </p:txBody>
      </p:sp>
      <p:sp>
        <p:nvSpPr>
          <p:cNvPr id="9" name="テキスト プレースホルダー 12">
            <a:extLst>
              <a:ext uri="{FF2B5EF4-FFF2-40B4-BE49-F238E27FC236}">
                <a16:creationId xmlns:a16="http://schemas.microsoft.com/office/drawing/2014/main" id="{08973DCF-40A2-6351-B849-2EFB0AEB7C3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428691" y="1268414"/>
            <a:ext cx="4949027" cy="494410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342900" indent="-342900" defTabSz="479968">
              <a:buFont typeface="Arial" panose="020B0604020202020204" pitchFamily="34" charset="0"/>
              <a:buChar char="•"/>
              <a:defRPr sz="2800"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  <a:lvl2pPr>
              <a:defRPr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2pPr>
            <a:lvl3pPr>
              <a:defRPr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3pPr>
            <a:lvl4pPr>
              <a:defRPr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4pPr>
            <a:lvl5pPr>
              <a:defRPr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5pPr>
            <a:lvl6pPr>
              <a:defRPr b="0" i="0">
                <a:solidFill>
                  <a:schemeClr val="bg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6pPr>
            <a:lvl7pPr>
              <a:defRPr b="0" i="0">
                <a:solidFill>
                  <a:schemeClr val="bg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7pPr>
          </a:lstStyle>
          <a:p>
            <a:pPr lvl="0"/>
            <a:r>
              <a:rPr kumimoji="1" lang="ja-JP" altLang="en-US"/>
              <a:t>テキストの書式設定</a:t>
            </a:r>
            <a:endParaRPr kumimoji="1" lang="en-US" altLang="ja-JP" dirty="0"/>
          </a:p>
          <a:p>
            <a:pPr lvl="1"/>
            <a:r>
              <a:rPr kumimoji="1" lang="ja-JP" altLang="en-US"/>
              <a:t>テキスト</a:t>
            </a:r>
            <a:endParaRPr kumimoji="1" lang="en-US" altLang="ja-JP" dirty="0"/>
          </a:p>
          <a:p>
            <a:pPr lvl="2"/>
            <a:r>
              <a:rPr kumimoji="1" lang="ja-JP" altLang="en-US"/>
              <a:t>テキスト</a:t>
            </a:r>
            <a:endParaRPr kumimoji="1" lang="en-US" altLang="ja-JP" dirty="0"/>
          </a:p>
          <a:p>
            <a:pPr lvl="3"/>
            <a:r>
              <a:rPr kumimoji="1" lang="ja-JP" altLang="en-US"/>
              <a:t>テキスト</a:t>
            </a:r>
            <a:endParaRPr kumimoji="1" lang="en-US" altLang="ja-JP" dirty="0"/>
          </a:p>
          <a:p>
            <a:pPr lvl="4"/>
            <a:r>
              <a:rPr kumimoji="1" lang="ja-JP" altLang="en-US"/>
              <a:t>テキスト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56609625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裏表紙（Blue）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591719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裏表紙（Blue_ブランドコピー）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1A866FDB-CB5B-995B-D594-94D3BC84935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5237" y="2289970"/>
            <a:ext cx="7421525" cy="2278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45365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表紙（White）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F91195-F120-BCB2-5EE3-723E70C1FC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4282" y="1989088"/>
            <a:ext cx="10563436" cy="1371445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>
            <a:lvl1pPr algn="l">
              <a:defRPr sz="3600" b="1" i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4" name="テキスト プレースホルダー 12">
            <a:extLst>
              <a:ext uri="{FF2B5EF4-FFF2-40B4-BE49-F238E27FC236}">
                <a16:creationId xmlns:a16="http://schemas.microsoft.com/office/drawing/2014/main" id="{62214ACD-D9BE-40F6-D231-9138B52159B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14282" y="5470206"/>
            <a:ext cx="10563436" cy="36512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400"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テキスト プレースホルダー 12">
            <a:extLst>
              <a:ext uri="{FF2B5EF4-FFF2-40B4-BE49-F238E27FC236}">
                <a16:creationId xmlns:a16="http://schemas.microsoft.com/office/drawing/2014/main" id="{8FC9C3C0-2F9D-131F-910E-8008929D848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14282" y="5930984"/>
            <a:ext cx="10563436" cy="36512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400"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テキスト プレースホルダー 12">
            <a:extLst>
              <a:ext uri="{FF2B5EF4-FFF2-40B4-BE49-F238E27FC236}">
                <a16:creationId xmlns:a16="http://schemas.microsoft.com/office/drawing/2014/main" id="{6B053CD4-F3BD-5F69-E59C-A597A09B6F5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4282" y="3453206"/>
            <a:ext cx="10563436" cy="94734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400"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7" name="テキスト プレースホルダー 12">
            <a:extLst>
              <a:ext uri="{FF2B5EF4-FFF2-40B4-BE49-F238E27FC236}">
                <a16:creationId xmlns:a16="http://schemas.microsoft.com/office/drawing/2014/main" id="{D9EF9A27-04EA-7E2B-D6F5-AF1EDB7732C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4282" y="561890"/>
            <a:ext cx="8640000" cy="43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8" name="テキスト プレースホルダー 12">
            <a:extLst>
              <a:ext uri="{FF2B5EF4-FFF2-40B4-BE49-F238E27FC236}">
                <a16:creationId xmlns:a16="http://schemas.microsoft.com/office/drawing/2014/main" id="{2357C29B-0DCF-D563-E30D-4DC66D7A7AF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14282" y="5011200"/>
            <a:ext cx="10563436" cy="36512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400"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179845263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次（White）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DA9D96-0593-35C3-1979-E826592B79F1}"/>
              </a:ext>
            </a:extLst>
          </p:cNvPr>
          <p:cNvSpPr txBox="1">
            <a:spLocks/>
          </p:cNvSpPr>
          <p:nvPr userDrawn="1"/>
        </p:nvSpPr>
        <p:spPr>
          <a:xfrm>
            <a:off x="325402" y="6394865"/>
            <a:ext cx="2743200" cy="33193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304670" rtl="0" eaLnBrk="1" latinLnBrk="0" hangingPunct="1">
              <a:defRPr sz="2000" b="0" i="0" kern="1200">
                <a:solidFill>
                  <a:srgbClr val="003D86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  <a:cs typeface="+mn-cs"/>
              </a:defRPr>
            </a:lvl1pPr>
            <a:lvl2pPr marL="30467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336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00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8672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34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007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267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7344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kumimoji="1" lang="en" altLang="ja-JP" sz="700" dirty="0">
                <a:solidFill>
                  <a:schemeClr val="tx1"/>
                </a:solidFill>
              </a:rPr>
              <a:t>ⓒ ITOCHU Techno-Solutions Corporation</a:t>
            </a:r>
            <a:endParaRPr kumimoji="1" lang="ja-JP" altLang="en-US" sz="700">
              <a:solidFill>
                <a:schemeClr val="tx1"/>
              </a:solidFill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E565B7F-EA3C-5F4C-83F4-5E84A10FF4D0}"/>
              </a:ext>
            </a:extLst>
          </p:cNvPr>
          <p:cNvSpPr txBox="1">
            <a:spLocks/>
          </p:cNvSpPr>
          <p:nvPr userDrawn="1"/>
        </p:nvSpPr>
        <p:spPr>
          <a:xfrm>
            <a:off x="9133618" y="6326799"/>
            <a:ext cx="2743200" cy="299462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304670" rtl="0" eaLnBrk="1" latinLnBrk="0" hangingPunct="1">
              <a:defRPr sz="1600" b="0" i="0" kern="1200">
                <a:solidFill>
                  <a:srgbClr val="003D86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  <a:cs typeface="+mn-cs"/>
              </a:defRPr>
            </a:lvl1pPr>
            <a:lvl2pPr marL="30467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336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00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8672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34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007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267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7344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61D7DA0-AA9A-8342-BE3E-6EB34F8DE2BC}" type="slidenum">
              <a:rPr kumimoji="1" lang="ja-JP" altLang="en-US" sz="1600" smtClean="0">
                <a:solidFill>
                  <a:schemeClr val="tx1"/>
                </a:solidFill>
              </a:rPr>
              <a:pPr/>
              <a:t>‹#›</a:t>
            </a:fld>
            <a:endParaRPr kumimoji="1" lang="ja-JP" altLang="en-US" sz="1600">
              <a:solidFill>
                <a:schemeClr val="tx1"/>
              </a:solidFill>
            </a:endParaRPr>
          </a:p>
        </p:txBody>
      </p:sp>
      <p:sp>
        <p:nvSpPr>
          <p:cNvPr id="2" name="テキスト プレースホルダー 12">
            <a:extLst>
              <a:ext uri="{FF2B5EF4-FFF2-40B4-BE49-F238E27FC236}">
                <a16:creationId xmlns:a16="http://schemas.microsoft.com/office/drawing/2014/main" id="{F3315ADE-16E8-091A-1BE1-CE1257C6D33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4282" y="1736725"/>
            <a:ext cx="540000" cy="312583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defTabSz="479968">
              <a:buNone/>
              <a:defRPr sz="2400" b="1" i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</a:defRPr>
            </a:lvl1pPr>
          </a:lstStyle>
          <a:p>
            <a:pPr lvl="0"/>
            <a:r>
              <a:rPr kumimoji="1" lang="en-US" altLang="ja-JP" dirty="0"/>
              <a:t>00</a:t>
            </a:r>
          </a:p>
          <a:p>
            <a:pPr lvl="0"/>
            <a:r>
              <a:rPr kumimoji="1" lang="en-US" altLang="ja-JP" dirty="0"/>
              <a:t>00</a:t>
            </a:r>
          </a:p>
          <a:p>
            <a:pPr lvl="0"/>
            <a:r>
              <a:rPr kumimoji="1" lang="en-US" altLang="ja-JP" dirty="0"/>
              <a:t>00</a:t>
            </a:r>
          </a:p>
          <a:p>
            <a:pPr lvl="0"/>
            <a:r>
              <a:rPr kumimoji="1" lang="en-US" altLang="ja-JP" dirty="0"/>
              <a:t>00</a:t>
            </a:r>
          </a:p>
          <a:p>
            <a:pPr lvl="0"/>
            <a:r>
              <a:rPr kumimoji="1" lang="en-US" altLang="ja-JP" dirty="0"/>
              <a:t>00</a:t>
            </a:r>
          </a:p>
          <a:p>
            <a:pPr lvl="0"/>
            <a:r>
              <a:rPr kumimoji="1" lang="en-US" altLang="ja-JP" dirty="0"/>
              <a:t>00</a:t>
            </a:r>
          </a:p>
        </p:txBody>
      </p:sp>
      <p:sp>
        <p:nvSpPr>
          <p:cNvPr id="3" name="テキスト プレースホルダー 12">
            <a:extLst>
              <a:ext uri="{FF2B5EF4-FFF2-40B4-BE49-F238E27FC236}">
                <a16:creationId xmlns:a16="http://schemas.microsoft.com/office/drawing/2014/main" id="{A111D72C-386D-D961-0695-CC2D826257F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396791" y="1736725"/>
            <a:ext cx="7012467" cy="312583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defTabSz="479968">
              <a:buNone/>
              <a:defRPr sz="2400"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  <a:endParaRPr kumimoji="1" lang="en-US" altLang="ja-JP" dirty="0"/>
          </a:p>
          <a:p>
            <a:pPr lvl="0"/>
            <a:r>
              <a:rPr kumimoji="1" lang="ja-JP" altLang="en-US"/>
              <a:t>マスター テキストの書式設定</a:t>
            </a:r>
            <a:endParaRPr kumimoji="1" lang="en-US" altLang="ja-JP" dirty="0"/>
          </a:p>
          <a:p>
            <a:pPr lvl="0"/>
            <a:r>
              <a:rPr kumimoji="1" lang="ja-JP" altLang="en-US"/>
              <a:t>マスター テキストの書式設定</a:t>
            </a:r>
            <a:endParaRPr kumimoji="1" lang="en-US" altLang="ja-JP" dirty="0"/>
          </a:p>
          <a:p>
            <a:pPr lvl="0"/>
            <a:r>
              <a:rPr kumimoji="1" lang="ja-JP" altLang="en-US"/>
              <a:t>マスター テキストの書式設定</a:t>
            </a:r>
            <a:endParaRPr kumimoji="1" lang="en-US" altLang="ja-JP" dirty="0"/>
          </a:p>
          <a:p>
            <a:pPr lvl="0"/>
            <a:r>
              <a:rPr kumimoji="1" lang="ja-JP" altLang="en-US"/>
              <a:t>マスター テキストの書式設定</a:t>
            </a:r>
            <a:endParaRPr kumimoji="1" lang="en-US" altLang="ja-JP" dirty="0"/>
          </a:p>
          <a:p>
            <a:pPr lvl="0"/>
            <a:r>
              <a:rPr kumimoji="1" lang="ja-JP" altLang="en-US"/>
              <a:t>マスター テキストの書式設定</a:t>
            </a:r>
            <a:endParaRPr kumimoji="1" lang="en-US" altLang="ja-JP" dirty="0"/>
          </a:p>
        </p:txBody>
      </p:sp>
      <p:sp>
        <p:nvSpPr>
          <p:cNvPr id="6" name="テキスト プレースホルダー 12">
            <a:extLst>
              <a:ext uri="{FF2B5EF4-FFF2-40B4-BE49-F238E27FC236}">
                <a16:creationId xmlns:a16="http://schemas.microsoft.com/office/drawing/2014/main" id="{A1D38A7B-5C59-9300-89B5-DAB0E353AC8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97517" y="345421"/>
            <a:ext cx="9058403" cy="43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800" b="1" i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</a:defRPr>
            </a:lvl1pPr>
          </a:lstStyle>
          <a:p>
            <a:pPr lvl="0"/>
            <a:r>
              <a:rPr kumimoji="1" lang="ja-JP" altLang="en-US"/>
              <a:t>目次</a:t>
            </a:r>
          </a:p>
        </p:txBody>
      </p:sp>
    </p:spTree>
    <p:extLst>
      <p:ext uri="{BB962C8B-B14F-4D97-AF65-F5344CB8AC3E}">
        <p14:creationId xmlns:p14="http://schemas.microsoft.com/office/powerpoint/2010/main" val="1631182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ページ（White）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00911B44-43E5-C652-2977-C75C89E671A2}"/>
              </a:ext>
            </a:extLst>
          </p:cNvPr>
          <p:cNvSpPr txBox="1">
            <a:spLocks/>
          </p:cNvSpPr>
          <p:nvPr userDrawn="1"/>
        </p:nvSpPr>
        <p:spPr>
          <a:xfrm>
            <a:off x="325402" y="6394865"/>
            <a:ext cx="2743200" cy="33193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304670" rtl="0" eaLnBrk="1" latinLnBrk="0" hangingPunct="1">
              <a:defRPr sz="2000" b="0" i="0" kern="1200">
                <a:solidFill>
                  <a:srgbClr val="003D86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  <a:cs typeface="+mn-cs"/>
              </a:defRPr>
            </a:lvl1pPr>
            <a:lvl2pPr marL="30467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336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00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8672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34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007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267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7344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kumimoji="1" lang="en" altLang="ja-JP" sz="700" dirty="0">
                <a:solidFill>
                  <a:schemeClr val="tx1"/>
                </a:solidFill>
              </a:rPr>
              <a:t>ⓒ ITOCHU Techno-Solutions Corporation</a:t>
            </a:r>
            <a:endParaRPr kumimoji="1" lang="ja-JP" altLang="en-US" sz="700">
              <a:solidFill>
                <a:schemeClr val="tx1"/>
              </a:solidFill>
            </a:endParaRP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01FA6925-A068-A444-1957-B0B944CDD944}"/>
              </a:ext>
            </a:extLst>
          </p:cNvPr>
          <p:cNvSpPr txBox="1">
            <a:spLocks/>
          </p:cNvSpPr>
          <p:nvPr userDrawn="1"/>
        </p:nvSpPr>
        <p:spPr>
          <a:xfrm>
            <a:off x="9133618" y="6326799"/>
            <a:ext cx="2743200" cy="299462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304670" rtl="0" eaLnBrk="1" latinLnBrk="0" hangingPunct="1">
              <a:defRPr sz="1600" b="0" i="0" kern="1200">
                <a:solidFill>
                  <a:srgbClr val="003D86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  <a:cs typeface="+mn-cs"/>
              </a:defRPr>
            </a:lvl1pPr>
            <a:lvl2pPr marL="30467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336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00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8672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34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007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267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7344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61D7DA0-AA9A-8342-BE3E-6EB34F8DE2BC}" type="slidenum">
              <a:rPr kumimoji="1" lang="ja-JP" altLang="en-US" sz="1600" smtClean="0">
                <a:solidFill>
                  <a:schemeClr val="tx1"/>
                </a:solidFill>
              </a:rPr>
              <a:pPr/>
              <a:t>‹#›</a:t>
            </a:fld>
            <a:endParaRPr kumimoji="1" lang="ja-JP" altLang="en-US" sz="160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6F0C50-C194-741F-5AEB-FAA6A9B446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4282" y="1921292"/>
            <a:ext cx="10563436" cy="1371445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>
            <a:lvl1pPr algn="l">
              <a:defRPr sz="3000" b="1" i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テキスト プレースホルダー 12">
            <a:extLst>
              <a:ext uri="{FF2B5EF4-FFF2-40B4-BE49-F238E27FC236}">
                <a16:creationId xmlns:a16="http://schemas.microsoft.com/office/drawing/2014/main" id="{C8443232-A4D7-0B6A-2119-B6107EBFC18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4282" y="3471448"/>
            <a:ext cx="10563436" cy="148192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39047093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ページ（White）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図プレースホルダー 16">
            <a:extLst>
              <a:ext uri="{FF2B5EF4-FFF2-40B4-BE49-F238E27FC236}">
                <a16:creationId xmlns:a16="http://schemas.microsoft.com/office/drawing/2014/main" id="{F9669A6D-24F7-0898-9428-10CF35CA602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0"/>
            <a:ext cx="6095206" cy="6858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6"/>
                </a:solidFill>
              </a:defRPr>
            </a:lvl1pPr>
          </a:lstStyle>
          <a:p>
            <a:endParaRPr kumimoji="1" lang="en-US" altLang="ja-JP" dirty="0"/>
          </a:p>
          <a:p>
            <a:r>
              <a:rPr kumimoji="1" lang="ja-JP" altLang="en-US"/>
              <a:t>下のテキストを一時的に移動し、</a:t>
            </a:r>
            <a:br>
              <a:rPr kumimoji="1" lang="en-US" altLang="ja-JP" dirty="0"/>
            </a:br>
            <a:r>
              <a:rPr kumimoji="1" lang="ja-JP" altLang="en-US"/>
              <a:t>アイコンをクリックして画像を入れてください。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41EBA29-F467-1895-792F-78B6D0DE09A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14282" y="1736725"/>
            <a:ext cx="4671404" cy="3328761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ctr">
              <a:defRPr sz="6000" b="1" i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defRPr>
            </a:lvl1pPr>
          </a:lstStyle>
          <a:p>
            <a:r>
              <a:rPr lang="en-US" dirty="0"/>
              <a:t>Master Title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DDADFA01-50B5-CA73-2D54-A3F57361F009}"/>
              </a:ext>
            </a:extLst>
          </p:cNvPr>
          <p:cNvSpPr txBox="1">
            <a:spLocks/>
          </p:cNvSpPr>
          <p:nvPr userDrawn="1"/>
        </p:nvSpPr>
        <p:spPr>
          <a:xfrm>
            <a:off x="9133618" y="6326799"/>
            <a:ext cx="2743200" cy="299462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304670" rtl="0" eaLnBrk="1" latinLnBrk="0" hangingPunct="1">
              <a:defRPr sz="1600" b="0" i="0" kern="1200">
                <a:solidFill>
                  <a:srgbClr val="003D86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  <a:cs typeface="+mn-cs"/>
              </a:defRPr>
            </a:lvl1pPr>
            <a:lvl2pPr marL="30467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336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00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8672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34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007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267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7344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61D7DA0-AA9A-8342-BE3E-6EB34F8DE2BC}" type="slidenum">
              <a:rPr kumimoji="1" lang="ja-JP" altLang="en-US" sz="1600" smtClean="0">
                <a:solidFill>
                  <a:schemeClr val="tx1"/>
                </a:solidFill>
              </a:rPr>
              <a:pPr/>
              <a:t>‹#›</a:t>
            </a:fld>
            <a:endParaRPr kumimoji="1" lang="ja-JP" altLang="en-US" sz="1600">
              <a:solidFill>
                <a:schemeClr val="tx1"/>
              </a:solidFill>
            </a:endParaRPr>
          </a:p>
        </p:txBody>
      </p:sp>
      <p:sp>
        <p:nvSpPr>
          <p:cNvPr id="13" name="テキスト プレースホルダー 12">
            <a:extLst>
              <a:ext uri="{FF2B5EF4-FFF2-40B4-BE49-F238E27FC236}">
                <a16:creationId xmlns:a16="http://schemas.microsoft.com/office/drawing/2014/main" id="{BCF68C87-E064-78D4-37D9-F2C0746B512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86031" y="1736725"/>
            <a:ext cx="4691688" cy="3356988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E86FC79C-C2A9-1FCA-02FF-6BD2BDEF0CF2}"/>
              </a:ext>
            </a:extLst>
          </p:cNvPr>
          <p:cNvSpPr txBox="1">
            <a:spLocks/>
          </p:cNvSpPr>
          <p:nvPr userDrawn="1"/>
        </p:nvSpPr>
        <p:spPr>
          <a:xfrm>
            <a:off x="325402" y="6394865"/>
            <a:ext cx="2743200" cy="33193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304670" rtl="0" eaLnBrk="1" latinLnBrk="0" hangingPunct="1">
              <a:defRPr sz="2000" b="0" i="0" kern="1200">
                <a:solidFill>
                  <a:srgbClr val="003D86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  <a:cs typeface="+mn-cs"/>
              </a:defRPr>
            </a:lvl1pPr>
            <a:lvl2pPr marL="30467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336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00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8672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34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007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267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7344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kumimoji="1" lang="en" altLang="ja-JP" sz="700" dirty="0">
                <a:solidFill>
                  <a:schemeClr val="tx1"/>
                </a:solidFill>
              </a:rPr>
              <a:t>ⓒ ITOCHU Techno-Solutions Corporation</a:t>
            </a:r>
            <a:endParaRPr kumimoji="1" lang="ja-JP" altLang="en-US" sz="7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64563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本文ページ（White）_1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4817DC41-1215-A6C0-4C88-636C2EFE7AD2}"/>
              </a:ext>
            </a:extLst>
          </p:cNvPr>
          <p:cNvSpPr txBox="1">
            <a:spLocks/>
          </p:cNvSpPr>
          <p:nvPr userDrawn="1"/>
        </p:nvSpPr>
        <p:spPr>
          <a:xfrm>
            <a:off x="325402" y="6394865"/>
            <a:ext cx="2743200" cy="33193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304670" rtl="0" eaLnBrk="1" latinLnBrk="0" hangingPunct="1">
              <a:defRPr sz="2000" b="0" i="0" kern="1200">
                <a:solidFill>
                  <a:srgbClr val="003D86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  <a:cs typeface="+mn-cs"/>
              </a:defRPr>
            </a:lvl1pPr>
            <a:lvl2pPr marL="30467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336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00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8672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34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007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267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7344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kumimoji="1" lang="en" altLang="ja-JP" sz="700" dirty="0">
                <a:solidFill>
                  <a:schemeClr val="tx1"/>
                </a:solidFill>
              </a:rPr>
              <a:t>ⓒ ITOCHU Techno-Solutions Corporation</a:t>
            </a:r>
            <a:endParaRPr kumimoji="1" lang="ja-JP" altLang="en-US" sz="700">
              <a:solidFill>
                <a:schemeClr val="tx1"/>
              </a:solidFill>
            </a:endParaRP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023D640A-F364-BA6E-7B4B-222DF43A1541}"/>
              </a:ext>
            </a:extLst>
          </p:cNvPr>
          <p:cNvSpPr txBox="1">
            <a:spLocks/>
          </p:cNvSpPr>
          <p:nvPr userDrawn="1"/>
        </p:nvSpPr>
        <p:spPr>
          <a:xfrm>
            <a:off x="9133618" y="6326799"/>
            <a:ext cx="2743200" cy="299462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304670" rtl="0" eaLnBrk="1" latinLnBrk="0" hangingPunct="1">
              <a:defRPr sz="1600" b="0" i="0" kern="1200">
                <a:solidFill>
                  <a:srgbClr val="003D86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  <a:cs typeface="+mn-cs"/>
              </a:defRPr>
            </a:lvl1pPr>
            <a:lvl2pPr marL="30467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336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00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8672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34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007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267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7344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61D7DA0-AA9A-8342-BE3E-6EB34F8DE2BC}" type="slidenum">
              <a:rPr kumimoji="1" lang="ja-JP" altLang="en-US" sz="1600" smtClean="0">
                <a:solidFill>
                  <a:schemeClr val="tx1"/>
                </a:solidFill>
              </a:rPr>
              <a:pPr/>
              <a:t>‹#›</a:t>
            </a:fld>
            <a:endParaRPr kumimoji="1" lang="ja-JP" altLang="en-US" sz="1600">
              <a:solidFill>
                <a:schemeClr val="tx1"/>
              </a:solidFill>
            </a:endParaRPr>
          </a:p>
        </p:txBody>
      </p:sp>
      <p:sp>
        <p:nvSpPr>
          <p:cNvPr id="3" name="テキスト プレースホルダー 12">
            <a:extLst>
              <a:ext uri="{FF2B5EF4-FFF2-40B4-BE49-F238E27FC236}">
                <a16:creationId xmlns:a16="http://schemas.microsoft.com/office/drawing/2014/main" id="{F295DF3E-40BF-7535-7BDE-41DFEAEE85B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98026" y="347571"/>
            <a:ext cx="8640000" cy="432000"/>
          </a:xfrm>
          <a:prstGeom prst="rect">
            <a:avLst/>
          </a:prstGeom>
        </p:spPr>
        <p:txBody>
          <a:bodyPr lIns="0" tIns="0" rIns="0">
            <a:noAutofit/>
          </a:bodyPr>
          <a:lstStyle>
            <a:lvl1pPr marL="0" indent="0">
              <a:buNone/>
              <a:defRPr sz="2800" b="1" i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</a:defRPr>
            </a:lvl1pPr>
          </a:lstStyle>
          <a:p>
            <a:pPr lvl="0"/>
            <a:r>
              <a:rPr kumimoji="1" lang="ja-JP" altLang="en-US"/>
              <a:t>タイトルの書式設定</a:t>
            </a:r>
          </a:p>
        </p:txBody>
      </p:sp>
      <p:sp>
        <p:nvSpPr>
          <p:cNvPr id="5" name="テキスト プレースホルダー 12">
            <a:extLst>
              <a:ext uri="{FF2B5EF4-FFF2-40B4-BE49-F238E27FC236}">
                <a16:creationId xmlns:a16="http://schemas.microsoft.com/office/drawing/2014/main" id="{D2BF2330-A7EB-FA53-0870-3EF26ACA6F6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4918" y="1268414"/>
            <a:ext cx="10562800" cy="494410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342900" indent="-342900" defTabSz="479968">
              <a:buFont typeface="Arial" panose="020B0604020202020204" pitchFamily="34" charset="0"/>
              <a:buChar char="•"/>
              <a:defRPr sz="2800"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  <a:lvl2pPr>
              <a:defRPr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2pPr>
            <a:lvl3pPr>
              <a:defRPr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3pPr>
            <a:lvl4pPr>
              <a:defRPr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4pPr>
            <a:lvl5pPr>
              <a:defRPr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5pPr>
            <a:lvl6pPr>
              <a:defRPr b="0" i="0">
                <a:solidFill>
                  <a:schemeClr val="bg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6pPr>
            <a:lvl7pPr>
              <a:defRPr b="0" i="0">
                <a:solidFill>
                  <a:schemeClr val="bg1"/>
                </a:solidFill>
              </a:defRPr>
            </a:lvl7pPr>
          </a:lstStyle>
          <a:p>
            <a:pPr lvl="0"/>
            <a:r>
              <a:rPr kumimoji="1" lang="ja-JP" altLang="en-US"/>
              <a:t>テキストの書式設定</a:t>
            </a:r>
            <a:endParaRPr kumimoji="1" lang="en-US" altLang="ja-JP" dirty="0"/>
          </a:p>
          <a:p>
            <a:pPr lvl="1"/>
            <a:r>
              <a:rPr kumimoji="1" lang="ja-JP" altLang="en-US"/>
              <a:t>テキスト</a:t>
            </a:r>
            <a:endParaRPr kumimoji="1" lang="en-US" altLang="ja-JP" dirty="0"/>
          </a:p>
          <a:p>
            <a:pPr lvl="2"/>
            <a:r>
              <a:rPr kumimoji="1" lang="ja-JP" altLang="en-US"/>
              <a:t>テキスト</a:t>
            </a:r>
            <a:endParaRPr kumimoji="1" lang="en-US" altLang="ja-JP" dirty="0"/>
          </a:p>
          <a:p>
            <a:pPr lvl="3"/>
            <a:r>
              <a:rPr kumimoji="1" lang="ja-JP" altLang="en-US"/>
              <a:t>テキスト</a:t>
            </a:r>
            <a:endParaRPr kumimoji="1" lang="en-US" altLang="ja-JP" dirty="0"/>
          </a:p>
          <a:p>
            <a:pPr lvl="4"/>
            <a:r>
              <a:rPr kumimoji="1" lang="ja-JP" altLang="en-US"/>
              <a:t>テキスト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85840181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本文ページ（White）_2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4817DC41-1215-A6C0-4C88-636C2EFE7AD2}"/>
              </a:ext>
            </a:extLst>
          </p:cNvPr>
          <p:cNvSpPr txBox="1">
            <a:spLocks/>
          </p:cNvSpPr>
          <p:nvPr userDrawn="1"/>
        </p:nvSpPr>
        <p:spPr>
          <a:xfrm>
            <a:off x="325402" y="6394865"/>
            <a:ext cx="2743200" cy="33193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304670" rtl="0" eaLnBrk="1" latinLnBrk="0" hangingPunct="1">
              <a:defRPr sz="2000" b="0" i="0" kern="1200">
                <a:solidFill>
                  <a:srgbClr val="003D86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  <a:cs typeface="+mn-cs"/>
              </a:defRPr>
            </a:lvl1pPr>
            <a:lvl2pPr marL="30467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336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00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8672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34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007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267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7344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kumimoji="1" lang="en" altLang="ja-JP" sz="700" dirty="0">
                <a:solidFill>
                  <a:schemeClr val="tx1"/>
                </a:solidFill>
              </a:rPr>
              <a:t>ⓒ ITOCHU Techno-Solutions Corporation</a:t>
            </a:r>
            <a:endParaRPr kumimoji="1" lang="ja-JP" altLang="en-US" sz="700">
              <a:solidFill>
                <a:schemeClr val="tx1"/>
              </a:solidFill>
            </a:endParaRP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023D640A-F364-BA6E-7B4B-222DF43A1541}"/>
              </a:ext>
            </a:extLst>
          </p:cNvPr>
          <p:cNvSpPr txBox="1">
            <a:spLocks/>
          </p:cNvSpPr>
          <p:nvPr userDrawn="1"/>
        </p:nvSpPr>
        <p:spPr>
          <a:xfrm>
            <a:off x="9133618" y="6326799"/>
            <a:ext cx="2743200" cy="299462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304670" rtl="0" eaLnBrk="1" latinLnBrk="0" hangingPunct="1">
              <a:defRPr sz="1600" b="0" i="0" kern="1200">
                <a:solidFill>
                  <a:srgbClr val="003D86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  <a:cs typeface="+mn-cs"/>
              </a:defRPr>
            </a:lvl1pPr>
            <a:lvl2pPr marL="30467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336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00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8672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34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007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267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7344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61D7DA0-AA9A-8342-BE3E-6EB34F8DE2BC}" type="slidenum">
              <a:rPr kumimoji="1" lang="ja-JP" altLang="en-US" sz="1600" smtClean="0">
                <a:solidFill>
                  <a:schemeClr val="tx1"/>
                </a:solidFill>
              </a:rPr>
              <a:pPr/>
              <a:t>‹#›</a:t>
            </a:fld>
            <a:endParaRPr kumimoji="1" lang="ja-JP" altLang="en-US" sz="1600">
              <a:solidFill>
                <a:schemeClr val="tx1"/>
              </a:solidFill>
            </a:endParaRPr>
          </a:p>
        </p:txBody>
      </p:sp>
      <p:sp>
        <p:nvSpPr>
          <p:cNvPr id="3" name="テキスト プレースホルダー 12">
            <a:extLst>
              <a:ext uri="{FF2B5EF4-FFF2-40B4-BE49-F238E27FC236}">
                <a16:creationId xmlns:a16="http://schemas.microsoft.com/office/drawing/2014/main" id="{F295DF3E-40BF-7535-7BDE-41DFEAEE85B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98026" y="347571"/>
            <a:ext cx="8640000" cy="432000"/>
          </a:xfrm>
          <a:prstGeom prst="rect">
            <a:avLst/>
          </a:prstGeom>
        </p:spPr>
        <p:txBody>
          <a:bodyPr lIns="0" tIns="0" rIns="0">
            <a:noAutofit/>
          </a:bodyPr>
          <a:lstStyle>
            <a:lvl1pPr marL="0" indent="0">
              <a:buNone/>
              <a:defRPr sz="2800" b="1" i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</a:defRPr>
            </a:lvl1pPr>
          </a:lstStyle>
          <a:p>
            <a:pPr lvl="0"/>
            <a:r>
              <a:rPr kumimoji="1" lang="ja-JP" altLang="en-US"/>
              <a:t>タイトルの書式設定</a:t>
            </a:r>
          </a:p>
        </p:txBody>
      </p:sp>
      <p:sp>
        <p:nvSpPr>
          <p:cNvPr id="7" name="テキスト プレースホルダー 12">
            <a:extLst>
              <a:ext uri="{FF2B5EF4-FFF2-40B4-BE49-F238E27FC236}">
                <a16:creationId xmlns:a16="http://schemas.microsoft.com/office/drawing/2014/main" id="{1A5E9BAF-AE8D-50F4-A800-803BF05BBE4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4918" y="1268412"/>
            <a:ext cx="4949027" cy="494410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342900" indent="-342900" defTabSz="479968">
              <a:buFont typeface="Arial" panose="020B0604020202020204" pitchFamily="34" charset="0"/>
              <a:buChar char="•"/>
              <a:defRPr sz="2800"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  <a:lvl2pPr>
              <a:defRPr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2pPr>
            <a:lvl3pPr>
              <a:defRPr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3pPr>
            <a:lvl4pPr>
              <a:defRPr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4pPr>
            <a:lvl5pPr>
              <a:defRPr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5pPr>
            <a:lvl6pPr>
              <a:defRPr b="0" i="0">
                <a:solidFill>
                  <a:schemeClr val="bg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6pPr>
            <a:lvl7pPr>
              <a:defRPr b="0" i="0">
                <a:solidFill>
                  <a:schemeClr val="bg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7pPr>
          </a:lstStyle>
          <a:p>
            <a:pPr lvl="0"/>
            <a:r>
              <a:rPr kumimoji="1" lang="ja-JP" altLang="en-US"/>
              <a:t>テキストの書式設定</a:t>
            </a:r>
            <a:endParaRPr kumimoji="1" lang="en-US" altLang="ja-JP" dirty="0"/>
          </a:p>
          <a:p>
            <a:pPr lvl="1"/>
            <a:r>
              <a:rPr kumimoji="1" lang="ja-JP" altLang="en-US"/>
              <a:t>テキスト</a:t>
            </a:r>
            <a:endParaRPr kumimoji="1" lang="en-US" altLang="ja-JP" dirty="0"/>
          </a:p>
          <a:p>
            <a:pPr lvl="2"/>
            <a:r>
              <a:rPr kumimoji="1" lang="ja-JP" altLang="en-US"/>
              <a:t>テキスト</a:t>
            </a:r>
            <a:endParaRPr kumimoji="1" lang="en-US" altLang="ja-JP" dirty="0"/>
          </a:p>
          <a:p>
            <a:pPr lvl="3"/>
            <a:r>
              <a:rPr kumimoji="1" lang="ja-JP" altLang="en-US"/>
              <a:t>テキスト</a:t>
            </a:r>
            <a:endParaRPr kumimoji="1" lang="en-US" altLang="ja-JP" dirty="0"/>
          </a:p>
          <a:p>
            <a:pPr lvl="4"/>
            <a:r>
              <a:rPr kumimoji="1" lang="ja-JP" altLang="en-US"/>
              <a:t>テキスト</a:t>
            </a:r>
            <a:endParaRPr kumimoji="1" lang="en-US" altLang="ja-JP" dirty="0"/>
          </a:p>
        </p:txBody>
      </p:sp>
      <p:sp>
        <p:nvSpPr>
          <p:cNvPr id="10" name="テキスト プレースホルダー 12">
            <a:extLst>
              <a:ext uri="{FF2B5EF4-FFF2-40B4-BE49-F238E27FC236}">
                <a16:creationId xmlns:a16="http://schemas.microsoft.com/office/drawing/2014/main" id="{E79741C9-F273-7126-0EB4-6C3C9490092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428691" y="1268414"/>
            <a:ext cx="4949027" cy="494410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342900" indent="-342900" defTabSz="479968">
              <a:buFont typeface="Arial" panose="020B0604020202020204" pitchFamily="34" charset="0"/>
              <a:buChar char="•"/>
              <a:defRPr sz="2800"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  <a:lvl2pPr>
              <a:defRPr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2pPr>
            <a:lvl3pPr>
              <a:defRPr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3pPr>
            <a:lvl4pPr>
              <a:defRPr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4pPr>
            <a:lvl5pPr>
              <a:defRPr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5pPr>
            <a:lvl6pPr>
              <a:defRPr b="0" i="0">
                <a:solidFill>
                  <a:schemeClr val="bg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6pPr>
            <a:lvl7pPr>
              <a:defRPr b="0" i="0">
                <a:solidFill>
                  <a:schemeClr val="bg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7pPr>
          </a:lstStyle>
          <a:p>
            <a:pPr lvl="0"/>
            <a:r>
              <a:rPr kumimoji="1" lang="ja-JP" altLang="en-US"/>
              <a:t>テキストの書式設定</a:t>
            </a:r>
            <a:endParaRPr kumimoji="1" lang="en-US" altLang="ja-JP" dirty="0"/>
          </a:p>
          <a:p>
            <a:pPr lvl="1"/>
            <a:r>
              <a:rPr kumimoji="1" lang="ja-JP" altLang="en-US"/>
              <a:t>テキスト</a:t>
            </a:r>
            <a:endParaRPr kumimoji="1" lang="en-US" altLang="ja-JP" dirty="0"/>
          </a:p>
          <a:p>
            <a:pPr lvl="2"/>
            <a:r>
              <a:rPr kumimoji="1" lang="ja-JP" altLang="en-US"/>
              <a:t>テキスト</a:t>
            </a:r>
            <a:endParaRPr kumimoji="1" lang="en-US" altLang="ja-JP" dirty="0"/>
          </a:p>
          <a:p>
            <a:pPr lvl="3"/>
            <a:r>
              <a:rPr kumimoji="1" lang="ja-JP" altLang="en-US"/>
              <a:t>テキスト</a:t>
            </a:r>
            <a:endParaRPr kumimoji="1" lang="en-US" altLang="ja-JP" dirty="0"/>
          </a:p>
          <a:p>
            <a:pPr lvl="4"/>
            <a:r>
              <a:rPr kumimoji="1" lang="ja-JP" altLang="en-US"/>
              <a:t>テキスト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13378861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本文ページ（Photo）1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テキスト プレースホルダー 12">
            <a:extLst>
              <a:ext uri="{FF2B5EF4-FFF2-40B4-BE49-F238E27FC236}">
                <a16:creationId xmlns:a16="http://schemas.microsoft.com/office/drawing/2014/main" id="{E7F11BC7-143A-387D-3917-393210D3AB9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428691" y="1736726"/>
            <a:ext cx="4949027" cy="36512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800" b="1" i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</a:defRPr>
            </a:lvl1pPr>
          </a:lstStyle>
          <a:p>
            <a:pPr lvl="0"/>
            <a:r>
              <a:rPr kumimoji="1" lang="ja-JP" altLang="en-US"/>
              <a:t>タイトルの書式設定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7897D687-90EE-4A4F-C8E7-8CBB9A645AD9}"/>
              </a:ext>
            </a:extLst>
          </p:cNvPr>
          <p:cNvSpPr txBox="1">
            <a:spLocks/>
          </p:cNvSpPr>
          <p:nvPr userDrawn="1"/>
        </p:nvSpPr>
        <p:spPr>
          <a:xfrm>
            <a:off x="9133618" y="6326799"/>
            <a:ext cx="2743200" cy="299462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304670" rtl="0" eaLnBrk="1" latinLnBrk="0" hangingPunct="1">
              <a:defRPr sz="1600" b="0" i="0" kern="1200">
                <a:solidFill>
                  <a:srgbClr val="003D86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  <a:cs typeface="+mn-cs"/>
              </a:defRPr>
            </a:lvl1pPr>
            <a:lvl2pPr marL="30467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336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00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8672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34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007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267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7344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61D7DA0-AA9A-8342-BE3E-6EB34F8DE2BC}" type="slidenum">
              <a:rPr kumimoji="1" lang="ja-JP" altLang="en-US" sz="1600" smtClean="0">
                <a:solidFill>
                  <a:schemeClr val="tx1"/>
                </a:solidFill>
              </a:rPr>
              <a:pPr/>
              <a:t>‹#›</a:t>
            </a:fld>
            <a:endParaRPr kumimoji="1" lang="ja-JP" altLang="en-US" sz="1600">
              <a:solidFill>
                <a:schemeClr val="tx1"/>
              </a:solidFill>
            </a:endParaRPr>
          </a:p>
        </p:txBody>
      </p:sp>
      <p:sp>
        <p:nvSpPr>
          <p:cNvPr id="3" name="図プレースホルダー 16">
            <a:extLst>
              <a:ext uri="{FF2B5EF4-FFF2-40B4-BE49-F238E27FC236}">
                <a16:creationId xmlns:a16="http://schemas.microsoft.com/office/drawing/2014/main" id="{0250B0A2-D4B9-A4DC-0554-2326F56D8D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095206" cy="6858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6"/>
                </a:solidFill>
              </a:defRPr>
            </a:lvl1pPr>
          </a:lstStyle>
          <a:p>
            <a:endParaRPr kumimoji="1" lang="en-US" altLang="ja-JP" dirty="0"/>
          </a:p>
          <a:p>
            <a:r>
              <a:rPr kumimoji="1" lang="ja-JP" altLang="en-US"/>
              <a:t>下のアイコンをクリックして画像を入れてください。</a:t>
            </a:r>
          </a:p>
        </p:txBody>
      </p:sp>
      <p:sp>
        <p:nvSpPr>
          <p:cNvPr id="5" name="テキスト プレースホルダー 12">
            <a:extLst>
              <a:ext uri="{FF2B5EF4-FFF2-40B4-BE49-F238E27FC236}">
                <a16:creationId xmlns:a16="http://schemas.microsoft.com/office/drawing/2014/main" id="{8A950CA7-D005-11F1-F535-3585CD44B0B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428690" y="2630076"/>
            <a:ext cx="4949027" cy="358243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342900" indent="-342900" defTabSz="479968">
              <a:buFont typeface="Arial" panose="020B0604020202020204" pitchFamily="34" charset="0"/>
              <a:buChar char="•"/>
              <a:defRPr sz="2800"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  <a:lvl2pPr>
              <a:defRPr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2pPr>
            <a:lvl3pPr>
              <a:defRPr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3pPr>
            <a:lvl4pPr>
              <a:defRPr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4pPr>
            <a:lvl5pPr>
              <a:defRPr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5pPr>
            <a:lvl6pPr>
              <a:defRPr b="0" i="0">
                <a:solidFill>
                  <a:schemeClr val="bg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6pPr>
            <a:lvl7pPr>
              <a:defRPr b="0" i="0">
                <a:solidFill>
                  <a:schemeClr val="bg1"/>
                </a:solidFill>
              </a:defRPr>
            </a:lvl7pPr>
          </a:lstStyle>
          <a:p>
            <a:pPr lvl="0"/>
            <a:r>
              <a:rPr kumimoji="1" lang="ja-JP" altLang="en-US"/>
              <a:t>テキストの書式設定</a:t>
            </a:r>
            <a:endParaRPr kumimoji="1" lang="en-US" altLang="ja-JP" dirty="0"/>
          </a:p>
          <a:p>
            <a:pPr lvl="1"/>
            <a:r>
              <a:rPr kumimoji="1" lang="ja-JP" altLang="en-US"/>
              <a:t>テキスト</a:t>
            </a:r>
            <a:endParaRPr kumimoji="1" lang="en-US" altLang="ja-JP" dirty="0"/>
          </a:p>
          <a:p>
            <a:pPr lvl="2"/>
            <a:r>
              <a:rPr kumimoji="1" lang="ja-JP" altLang="en-US"/>
              <a:t>テキスト</a:t>
            </a:r>
            <a:endParaRPr kumimoji="1" lang="en-US" altLang="ja-JP" dirty="0"/>
          </a:p>
          <a:p>
            <a:pPr lvl="3"/>
            <a:r>
              <a:rPr kumimoji="1" lang="ja-JP" altLang="en-US"/>
              <a:t>テキスト</a:t>
            </a:r>
            <a:endParaRPr kumimoji="1" lang="en-US" altLang="ja-JP" dirty="0"/>
          </a:p>
          <a:p>
            <a:pPr lvl="4"/>
            <a:r>
              <a:rPr kumimoji="1" lang="ja-JP" altLang="en-US"/>
              <a:t>テキスト</a:t>
            </a:r>
            <a:endParaRPr kumimoji="1" lang="en-US" altLang="ja-JP" dirty="0"/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C1538D69-6755-6FEA-0287-C53BB6CBEE20}"/>
              </a:ext>
            </a:extLst>
          </p:cNvPr>
          <p:cNvSpPr txBox="1">
            <a:spLocks/>
          </p:cNvSpPr>
          <p:nvPr userDrawn="1"/>
        </p:nvSpPr>
        <p:spPr>
          <a:xfrm>
            <a:off x="325402" y="6394865"/>
            <a:ext cx="2743200" cy="33193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304670" rtl="0" eaLnBrk="1" latinLnBrk="0" hangingPunct="1">
              <a:defRPr sz="2000" b="0" i="0" kern="1200">
                <a:solidFill>
                  <a:srgbClr val="003D86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  <a:cs typeface="+mn-cs"/>
              </a:defRPr>
            </a:lvl1pPr>
            <a:lvl2pPr marL="30467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336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00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8672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34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007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267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7344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kumimoji="1" lang="en" altLang="ja-JP" sz="700" dirty="0">
                <a:solidFill>
                  <a:schemeClr val="tx1"/>
                </a:solidFill>
              </a:rPr>
              <a:t>ⓒ ITOCHU Techno-Solutions Corporation</a:t>
            </a:r>
            <a:endParaRPr kumimoji="1" lang="ja-JP" altLang="en-US" sz="7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635476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本文ページ（Photo）2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図プレースホルダー 16">
            <a:extLst>
              <a:ext uri="{FF2B5EF4-FFF2-40B4-BE49-F238E27FC236}">
                <a16:creationId xmlns:a16="http://schemas.microsoft.com/office/drawing/2014/main" id="{40FE2F04-6B75-1C75-F9DF-825DA93754B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736726"/>
            <a:ext cx="12192000" cy="5121275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6"/>
                </a:solidFill>
              </a:defRPr>
            </a:lvl1pPr>
          </a:lstStyle>
          <a:p>
            <a:endParaRPr kumimoji="1" lang="en-US" altLang="ja-JP" dirty="0"/>
          </a:p>
          <a:p>
            <a:endParaRPr kumimoji="1" lang="en-US" altLang="ja-JP" dirty="0"/>
          </a:p>
          <a:p>
            <a:r>
              <a:rPr kumimoji="1" lang="ja-JP" altLang="en-US"/>
              <a:t>下のアイコンをクリックして画像を入れてください。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3F42955C-2661-77B4-7E94-6C49CE94C967}"/>
              </a:ext>
            </a:extLst>
          </p:cNvPr>
          <p:cNvSpPr txBox="1">
            <a:spLocks/>
          </p:cNvSpPr>
          <p:nvPr userDrawn="1"/>
        </p:nvSpPr>
        <p:spPr>
          <a:xfrm>
            <a:off x="325402" y="6394865"/>
            <a:ext cx="2743200" cy="33193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304670" rtl="0" eaLnBrk="1" latinLnBrk="0" hangingPunct="1">
              <a:defRPr sz="2000" b="0" i="0" kern="1200">
                <a:solidFill>
                  <a:srgbClr val="003D86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  <a:cs typeface="+mn-cs"/>
              </a:defRPr>
            </a:lvl1pPr>
            <a:lvl2pPr marL="30467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336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00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8672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34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007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267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7344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kumimoji="1" lang="en" altLang="ja-JP" sz="700" dirty="0">
                <a:solidFill>
                  <a:schemeClr val="tx1"/>
                </a:solidFill>
              </a:rPr>
              <a:t>ⓒ ITOCHU Techno-Solutions Corporation</a:t>
            </a:r>
            <a:endParaRPr kumimoji="1" lang="ja-JP" altLang="en-US" sz="700">
              <a:solidFill>
                <a:schemeClr val="tx1"/>
              </a:solidFill>
            </a:endParaRP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121B00E-FCA3-D75D-90B2-7E55D24110B4}"/>
              </a:ext>
            </a:extLst>
          </p:cNvPr>
          <p:cNvSpPr txBox="1">
            <a:spLocks/>
          </p:cNvSpPr>
          <p:nvPr userDrawn="1"/>
        </p:nvSpPr>
        <p:spPr>
          <a:xfrm>
            <a:off x="9133618" y="6326799"/>
            <a:ext cx="2743200" cy="299462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304670" rtl="0" eaLnBrk="1" latinLnBrk="0" hangingPunct="1">
              <a:defRPr sz="1600" b="0" i="0" kern="1200">
                <a:solidFill>
                  <a:srgbClr val="003D86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  <a:cs typeface="+mn-cs"/>
              </a:defRPr>
            </a:lvl1pPr>
            <a:lvl2pPr marL="30467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336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00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8672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34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007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267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7344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61D7DA0-AA9A-8342-BE3E-6EB34F8DE2BC}" type="slidenum">
              <a:rPr kumimoji="1" lang="ja-JP" altLang="en-US" sz="1600" smtClean="0">
                <a:solidFill>
                  <a:schemeClr val="tx1"/>
                </a:solidFill>
              </a:rPr>
              <a:pPr/>
              <a:t>‹#›</a:t>
            </a:fld>
            <a:endParaRPr kumimoji="1" lang="ja-JP" altLang="en-US" sz="1600">
              <a:solidFill>
                <a:schemeClr val="tx1"/>
              </a:solidFill>
            </a:endParaRPr>
          </a:p>
        </p:txBody>
      </p:sp>
      <p:sp>
        <p:nvSpPr>
          <p:cNvPr id="3" name="テキスト プレースホルダー 12">
            <a:extLst>
              <a:ext uri="{FF2B5EF4-FFF2-40B4-BE49-F238E27FC236}">
                <a16:creationId xmlns:a16="http://schemas.microsoft.com/office/drawing/2014/main" id="{D229F9AB-613B-B0B7-9ECD-FDCB5868410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98026" y="347571"/>
            <a:ext cx="8640000" cy="432000"/>
          </a:xfrm>
          <a:prstGeom prst="rect">
            <a:avLst/>
          </a:prstGeom>
        </p:spPr>
        <p:txBody>
          <a:bodyPr lIns="0" tIns="0" rIns="0">
            <a:noAutofit/>
          </a:bodyPr>
          <a:lstStyle>
            <a:lvl1pPr marL="0" indent="0">
              <a:buNone/>
              <a:defRPr sz="2800" b="1" i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</a:defRPr>
            </a:lvl1pPr>
          </a:lstStyle>
          <a:p>
            <a:pPr lvl="0"/>
            <a:r>
              <a:rPr kumimoji="1" lang="ja-JP" altLang="en-US"/>
              <a:t>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346320857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本文ページ（Photo）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図プレースホルダー 16">
            <a:extLst>
              <a:ext uri="{FF2B5EF4-FFF2-40B4-BE49-F238E27FC236}">
                <a16:creationId xmlns:a16="http://schemas.microsoft.com/office/drawing/2014/main" id="{891B6CCA-08A5-03A2-13C5-C85264248DD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864720" y="1736726"/>
            <a:ext cx="4462562" cy="4475163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6"/>
                </a:solidFill>
              </a:defRPr>
            </a:lvl1pPr>
          </a:lstStyle>
          <a:p>
            <a:endParaRPr kumimoji="1" lang="en-US" altLang="ja-JP" dirty="0"/>
          </a:p>
          <a:p>
            <a:r>
              <a:rPr kumimoji="1" lang="ja-JP" altLang="en-US"/>
              <a:t>下のアイコンをクリックして</a:t>
            </a:r>
            <a:br>
              <a:rPr kumimoji="1" lang="en-US" altLang="ja-JP" dirty="0"/>
            </a:br>
            <a:r>
              <a:rPr kumimoji="1" lang="ja-JP" altLang="en-US"/>
              <a:t>画像を入れてください。</a:t>
            </a:r>
          </a:p>
        </p:txBody>
      </p:sp>
      <p:sp>
        <p:nvSpPr>
          <p:cNvPr id="3" name="テキスト プレースホルダー 12">
            <a:extLst>
              <a:ext uri="{FF2B5EF4-FFF2-40B4-BE49-F238E27FC236}">
                <a16:creationId xmlns:a16="http://schemas.microsoft.com/office/drawing/2014/main" id="{8AFFBB38-15BE-D6C2-99B3-CE5080D5BC8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551868" y="1736726"/>
            <a:ext cx="2825851" cy="4475163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 algn="ctr" defTabSz="479968">
              <a:buNone/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ja-JP" altLang="en-US"/>
              <a:t>テキストの書式設定</a:t>
            </a:r>
            <a:endParaRPr kumimoji="1" lang="en-US" altLang="ja-JP" dirty="0"/>
          </a:p>
        </p:txBody>
      </p:sp>
      <p:sp>
        <p:nvSpPr>
          <p:cNvPr id="5" name="テキスト プレースホルダー 12">
            <a:extLst>
              <a:ext uri="{FF2B5EF4-FFF2-40B4-BE49-F238E27FC236}">
                <a16:creationId xmlns:a16="http://schemas.microsoft.com/office/drawing/2014/main" id="{ED6C0D35-6FD6-E07C-8834-78C7AA06C6E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14282" y="1736726"/>
            <a:ext cx="2820547" cy="4475163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2800" b="1" i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</a:defRPr>
            </a:lvl1pPr>
          </a:lstStyle>
          <a:p>
            <a:pPr lvl="0"/>
            <a:r>
              <a:rPr kumimoji="1" lang="ja-JP" altLang="en-US"/>
              <a:t>タイトルの書式設定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986EFF52-DAAF-6D57-1218-05FE70B737D7}"/>
              </a:ext>
            </a:extLst>
          </p:cNvPr>
          <p:cNvSpPr txBox="1">
            <a:spLocks/>
          </p:cNvSpPr>
          <p:nvPr userDrawn="1"/>
        </p:nvSpPr>
        <p:spPr>
          <a:xfrm>
            <a:off x="325402" y="6394865"/>
            <a:ext cx="2743200" cy="33193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304670" rtl="0" eaLnBrk="1" latinLnBrk="0" hangingPunct="1">
              <a:defRPr sz="2000" b="0" i="0" kern="1200">
                <a:solidFill>
                  <a:srgbClr val="003D86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  <a:cs typeface="+mn-cs"/>
              </a:defRPr>
            </a:lvl1pPr>
            <a:lvl2pPr marL="30467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336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00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8672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34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007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267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7344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kumimoji="1" lang="en" altLang="ja-JP" sz="700" dirty="0">
                <a:solidFill>
                  <a:schemeClr val="tx1"/>
                </a:solidFill>
              </a:rPr>
              <a:t>ⓒ ITOCHU Techno-Solutions Corporation</a:t>
            </a:r>
            <a:endParaRPr kumimoji="1" lang="ja-JP" altLang="en-US" sz="700">
              <a:solidFill>
                <a:schemeClr val="tx1"/>
              </a:solidFill>
            </a:endParaRP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420E9EC3-A7AD-2D87-4132-5FD22EB8F461}"/>
              </a:ext>
            </a:extLst>
          </p:cNvPr>
          <p:cNvSpPr txBox="1">
            <a:spLocks/>
          </p:cNvSpPr>
          <p:nvPr userDrawn="1"/>
        </p:nvSpPr>
        <p:spPr>
          <a:xfrm>
            <a:off x="9133618" y="6326799"/>
            <a:ext cx="2743200" cy="299462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304670" rtl="0" eaLnBrk="1" latinLnBrk="0" hangingPunct="1">
              <a:defRPr sz="1600" b="0" i="0" kern="1200">
                <a:solidFill>
                  <a:srgbClr val="003D86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  <a:cs typeface="+mn-cs"/>
              </a:defRPr>
            </a:lvl1pPr>
            <a:lvl2pPr marL="30467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336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00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8672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34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007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267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7344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61D7DA0-AA9A-8342-BE3E-6EB34F8DE2BC}" type="slidenum">
              <a:rPr kumimoji="1" lang="ja-JP" altLang="en-US" sz="1600" smtClean="0">
                <a:solidFill>
                  <a:schemeClr val="tx1"/>
                </a:solidFill>
              </a:rPr>
              <a:pPr/>
              <a:t>‹#›</a:t>
            </a:fld>
            <a:endParaRPr kumimoji="1" lang="ja-JP" altLang="en-US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554146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裏表紙（White）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850709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裏表紙（White_ブランドコピー）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>
            <a:extLst>
              <a:ext uri="{FF2B5EF4-FFF2-40B4-BE49-F238E27FC236}">
                <a16:creationId xmlns:a16="http://schemas.microsoft.com/office/drawing/2014/main" id="{30D8DA09-05B3-40D5-0401-070D12AF7DF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2399" y="2289099"/>
            <a:ext cx="7427201" cy="2279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911140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裏表紙(ブランドコピービジュアル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F263BA29-C7D5-2DA5-CCEB-BDCC4F48802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618669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表紙（企業理念）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1EA3C52B-1AA8-C2A5-B7D4-51F613941D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4282" y="1989088"/>
            <a:ext cx="10563436" cy="1371445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>
            <a:lvl1pPr algn="l">
              <a:defRPr sz="3600" b="1" i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8" name="テキスト プレースホルダー 12">
            <a:extLst>
              <a:ext uri="{FF2B5EF4-FFF2-40B4-BE49-F238E27FC236}">
                <a16:creationId xmlns:a16="http://schemas.microsoft.com/office/drawing/2014/main" id="{2F6F05DB-BABA-7579-968D-6479F904DD3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14282" y="5470206"/>
            <a:ext cx="10563436" cy="36512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400"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9" name="テキスト プレースホルダー 12">
            <a:extLst>
              <a:ext uri="{FF2B5EF4-FFF2-40B4-BE49-F238E27FC236}">
                <a16:creationId xmlns:a16="http://schemas.microsoft.com/office/drawing/2014/main" id="{609E1413-3A12-6805-C281-3344AEAAD95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14282" y="5930984"/>
            <a:ext cx="10563436" cy="36512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400"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11" name="テキスト プレースホルダー 12">
            <a:extLst>
              <a:ext uri="{FF2B5EF4-FFF2-40B4-BE49-F238E27FC236}">
                <a16:creationId xmlns:a16="http://schemas.microsoft.com/office/drawing/2014/main" id="{B3D46BAC-CB80-74CC-4E8F-9D6AB02A6FF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4282" y="3453206"/>
            <a:ext cx="10563436" cy="94734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400"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3" name="テキスト プレースホルダー 12">
            <a:extLst>
              <a:ext uri="{FF2B5EF4-FFF2-40B4-BE49-F238E27FC236}">
                <a16:creationId xmlns:a16="http://schemas.microsoft.com/office/drawing/2014/main" id="{5227752C-BB20-256A-DFE1-BAFCB25870E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4282" y="561890"/>
            <a:ext cx="8640000" cy="43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2" name="テキスト プレースホルダー 12">
            <a:extLst>
              <a:ext uri="{FF2B5EF4-FFF2-40B4-BE49-F238E27FC236}">
                <a16:creationId xmlns:a16="http://schemas.microsoft.com/office/drawing/2014/main" id="{66CBD5E1-F887-F270-7A94-432D6120E4A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14282" y="5009428"/>
            <a:ext cx="10563436" cy="36512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400"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3802348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表紙（企業理念）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B833A177-94A9-B9A1-DE9F-F0AE02FA62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4282" y="1989088"/>
            <a:ext cx="10563436" cy="1371445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>
            <a:lvl1pPr algn="l">
              <a:defRPr sz="3600" b="1" i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9" name="テキスト プレースホルダー 12">
            <a:extLst>
              <a:ext uri="{FF2B5EF4-FFF2-40B4-BE49-F238E27FC236}">
                <a16:creationId xmlns:a16="http://schemas.microsoft.com/office/drawing/2014/main" id="{29D54E6E-1773-8D06-C77B-021CFBABD03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4282" y="3453206"/>
            <a:ext cx="10563436" cy="94734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400"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テキスト プレースホルダー 12">
            <a:extLst>
              <a:ext uri="{FF2B5EF4-FFF2-40B4-BE49-F238E27FC236}">
                <a16:creationId xmlns:a16="http://schemas.microsoft.com/office/drawing/2014/main" id="{BD4282ED-D965-B46A-80DA-3E38FF31420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4282" y="561890"/>
            <a:ext cx="8640000" cy="43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11" name="テキスト プレースホルダー 12">
            <a:extLst>
              <a:ext uri="{FF2B5EF4-FFF2-40B4-BE49-F238E27FC236}">
                <a16:creationId xmlns:a16="http://schemas.microsoft.com/office/drawing/2014/main" id="{6314E59A-0CAF-2DAB-4693-C6DE9535EB1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14282" y="5470206"/>
            <a:ext cx="10563436" cy="36512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400"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12" name="テキスト プレースホルダー 12">
            <a:extLst>
              <a:ext uri="{FF2B5EF4-FFF2-40B4-BE49-F238E27FC236}">
                <a16:creationId xmlns:a16="http://schemas.microsoft.com/office/drawing/2014/main" id="{6E591835-68B3-9D26-89C9-893E7478E16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14282" y="5930984"/>
            <a:ext cx="10563436" cy="36512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400"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13" name="テキスト プレースホルダー 12">
            <a:extLst>
              <a:ext uri="{FF2B5EF4-FFF2-40B4-BE49-F238E27FC236}">
                <a16:creationId xmlns:a16="http://schemas.microsoft.com/office/drawing/2014/main" id="{1A270D6C-5A9B-3E3E-52A8-4729CAA28CC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14282" y="5009428"/>
            <a:ext cx="10563436" cy="36512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400"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387033789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次（企業理念）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A3ADD520-9AEF-F30E-D910-19A35551EA38}"/>
              </a:ext>
            </a:extLst>
          </p:cNvPr>
          <p:cNvSpPr txBox="1">
            <a:spLocks/>
          </p:cNvSpPr>
          <p:nvPr userDrawn="1"/>
        </p:nvSpPr>
        <p:spPr>
          <a:xfrm>
            <a:off x="325402" y="6394865"/>
            <a:ext cx="2743200" cy="33193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304670" rtl="0" eaLnBrk="1" latinLnBrk="0" hangingPunct="1">
              <a:defRPr sz="2000" b="0" i="0" kern="1200">
                <a:solidFill>
                  <a:srgbClr val="003D86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  <a:cs typeface="+mn-cs"/>
              </a:defRPr>
            </a:lvl1pPr>
            <a:lvl2pPr marL="30467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336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00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8672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34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007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267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7344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kumimoji="1" lang="en" altLang="ja-JP" sz="700" dirty="0">
                <a:solidFill>
                  <a:schemeClr val="tx1"/>
                </a:solidFill>
              </a:rPr>
              <a:t>ⓒ ITOCHU Techno-Solutions Corporation</a:t>
            </a:r>
            <a:endParaRPr kumimoji="1" lang="ja-JP" altLang="en-US" sz="700">
              <a:solidFill>
                <a:schemeClr val="tx1"/>
              </a:solidFill>
            </a:endParaRP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C4B143FC-CABC-9641-1F86-03195F7275A0}"/>
              </a:ext>
            </a:extLst>
          </p:cNvPr>
          <p:cNvSpPr txBox="1">
            <a:spLocks/>
          </p:cNvSpPr>
          <p:nvPr userDrawn="1"/>
        </p:nvSpPr>
        <p:spPr>
          <a:xfrm>
            <a:off x="9133618" y="6326799"/>
            <a:ext cx="2743200" cy="299462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304670" rtl="0" eaLnBrk="1" latinLnBrk="0" hangingPunct="1">
              <a:defRPr sz="1600" b="0" i="0" kern="1200">
                <a:solidFill>
                  <a:srgbClr val="003D86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  <a:cs typeface="+mn-cs"/>
              </a:defRPr>
            </a:lvl1pPr>
            <a:lvl2pPr marL="30467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336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00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8672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34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007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267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7344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61D7DA0-AA9A-8342-BE3E-6EB34F8DE2BC}" type="slidenum">
              <a:rPr kumimoji="1" lang="ja-JP" altLang="en-US" sz="1600" smtClean="0">
                <a:solidFill>
                  <a:schemeClr val="tx1"/>
                </a:solidFill>
              </a:rPr>
              <a:pPr/>
              <a:t>‹#›</a:t>
            </a:fld>
            <a:endParaRPr kumimoji="1" lang="ja-JP" altLang="en-US" sz="1600">
              <a:solidFill>
                <a:schemeClr val="tx1"/>
              </a:solidFill>
            </a:endParaRPr>
          </a:p>
        </p:txBody>
      </p:sp>
      <p:sp>
        <p:nvSpPr>
          <p:cNvPr id="3" name="テキスト プレースホルダー 12">
            <a:extLst>
              <a:ext uri="{FF2B5EF4-FFF2-40B4-BE49-F238E27FC236}">
                <a16:creationId xmlns:a16="http://schemas.microsoft.com/office/drawing/2014/main" id="{999A443F-732A-B472-701F-E3FCA360DEE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4282" y="1736725"/>
            <a:ext cx="540000" cy="312583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defTabSz="479968">
              <a:buNone/>
              <a:defRPr sz="2400" b="1" i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</a:defRPr>
            </a:lvl1pPr>
          </a:lstStyle>
          <a:p>
            <a:pPr lvl="0"/>
            <a:r>
              <a:rPr kumimoji="1" lang="en-US" altLang="ja-JP" dirty="0"/>
              <a:t>00</a:t>
            </a:r>
          </a:p>
          <a:p>
            <a:pPr lvl="0"/>
            <a:r>
              <a:rPr kumimoji="1" lang="en-US" altLang="ja-JP" dirty="0"/>
              <a:t>00</a:t>
            </a:r>
          </a:p>
          <a:p>
            <a:pPr lvl="0"/>
            <a:r>
              <a:rPr kumimoji="1" lang="en-US" altLang="ja-JP" dirty="0"/>
              <a:t>00</a:t>
            </a:r>
          </a:p>
          <a:p>
            <a:pPr lvl="0"/>
            <a:r>
              <a:rPr kumimoji="1" lang="en-US" altLang="ja-JP" dirty="0"/>
              <a:t>00</a:t>
            </a:r>
          </a:p>
          <a:p>
            <a:pPr lvl="0"/>
            <a:r>
              <a:rPr kumimoji="1" lang="en-US" altLang="ja-JP" dirty="0"/>
              <a:t>00</a:t>
            </a:r>
          </a:p>
          <a:p>
            <a:pPr lvl="0"/>
            <a:r>
              <a:rPr kumimoji="1" lang="en-US" altLang="ja-JP" dirty="0"/>
              <a:t>00</a:t>
            </a:r>
          </a:p>
        </p:txBody>
      </p:sp>
      <p:sp>
        <p:nvSpPr>
          <p:cNvPr id="4" name="テキスト プレースホルダー 12">
            <a:extLst>
              <a:ext uri="{FF2B5EF4-FFF2-40B4-BE49-F238E27FC236}">
                <a16:creationId xmlns:a16="http://schemas.microsoft.com/office/drawing/2014/main" id="{F23E55FC-F091-22F3-23B3-53139762959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396791" y="1736725"/>
            <a:ext cx="7012467" cy="312583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defTabSz="479968">
              <a:buNone/>
              <a:defRPr sz="2400"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  <a:endParaRPr kumimoji="1" lang="en-US" altLang="ja-JP" dirty="0"/>
          </a:p>
          <a:p>
            <a:pPr lvl="0"/>
            <a:r>
              <a:rPr kumimoji="1" lang="ja-JP" altLang="en-US"/>
              <a:t>マスター テキストの書式設定</a:t>
            </a:r>
            <a:endParaRPr kumimoji="1" lang="en-US" altLang="ja-JP" dirty="0"/>
          </a:p>
          <a:p>
            <a:pPr lvl="0"/>
            <a:r>
              <a:rPr kumimoji="1" lang="ja-JP" altLang="en-US"/>
              <a:t>マスター テキストの書式設定</a:t>
            </a:r>
            <a:endParaRPr kumimoji="1" lang="en-US" altLang="ja-JP" dirty="0"/>
          </a:p>
          <a:p>
            <a:pPr lvl="0"/>
            <a:r>
              <a:rPr kumimoji="1" lang="ja-JP" altLang="en-US"/>
              <a:t>マスター テキストの書式設定</a:t>
            </a:r>
            <a:endParaRPr kumimoji="1" lang="en-US" altLang="ja-JP" dirty="0"/>
          </a:p>
          <a:p>
            <a:pPr lvl="0"/>
            <a:r>
              <a:rPr kumimoji="1" lang="ja-JP" altLang="en-US"/>
              <a:t>マスター テキストの書式設定</a:t>
            </a:r>
            <a:endParaRPr kumimoji="1" lang="en-US" altLang="ja-JP" dirty="0"/>
          </a:p>
          <a:p>
            <a:pPr lvl="0"/>
            <a:r>
              <a:rPr kumimoji="1" lang="ja-JP" altLang="en-US"/>
              <a:t>マスター テキストの書式設定</a:t>
            </a:r>
            <a:endParaRPr kumimoji="1" lang="en-US" altLang="ja-JP" dirty="0"/>
          </a:p>
        </p:txBody>
      </p:sp>
      <p:sp>
        <p:nvSpPr>
          <p:cNvPr id="5" name="テキスト プレースホルダー 12">
            <a:extLst>
              <a:ext uri="{FF2B5EF4-FFF2-40B4-BE49-F238E27FC236}">
                <a16:creationId xmlns:a16="http://schemas.microsoft.com/office/drawing/2014/main" id="{4E88E872-8C86-3C88-BB97-1E92BAB7AC0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97516" y="345421"/>
            <a:ext cx="9360000" cy="43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800" b="1" i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</a:defRPr>
            </a:lvl1pPr>
          </a:lstStyle>
          <a:p>
            <a:pPr lvl="0"/>
            <a:r>
              <a:rPr kumimoji="1" lang="ja-JP" altLang="en-US"/>
              <a:t>目次</a:t>
            </a:r>
          </a:p>
        </p:txBody>
      </p:sp>
    </p:spTree>
    <p:extLst>
      <p:ext uri="{BB962C8B-B14F-4D97-AF65-F5344CB8AC3E}">
        <p14:creationId xmlns:p14="http://schemas.microsoft.com/office/powerpoint/2010/main" val="88194013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次（企業理念）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CC2C234E-23B9-AB4F-A0B5-11C593FB342A}"/>
              </a:ext>
            </a:extLst>
          </p:cNvPr>
          <p:cNvSpPr txBox="1">
            <a:spLocks/>
          </p:cNvSpPr>
          <p:nvPr userDrawn="1"/>
        </p:nvSpPr>
        <p:spPr>
          <a:xfrm>
            <a:off x="325402" y="6394865"/>
            <a:ext cx="2743200" cy="33193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304670" rtl="0" eaLnBrk="1" latinLnBrk="0" hangingPunct="1">
              <a:defRPr sz="2000" b="0" i="0" kern="1200">
                <a:solidFill>
                  <a:srgbClr val="003D86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  <a:cs typeface="+mn-cs"/>
              </a:defRPr>
            </a:lvl1pPr>
            <a:lvl2pPr marL="30467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336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00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8672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34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007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267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7344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kumimoji="1" lang="en" altLang="ja-JP" sz="700" dirty="0">
                <a:solidFill>
                  <a:schemeClr val="bg1"/>
                </a:solidFill>
              </a:rPr>
              <a:t>ⓒ ITOCHU Techno-Solutions Corporation</a:t>
            </a:r>
            <a:endParaRPr kumimoji="1" lang="ja-JP" altLang="en-US" sz="700">
              <a:solidFill>
                <a:schemeClr val="bg1"/>
              </a:solidFill>
            </a:endParaRP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F61ADE4-85D5-36C8-C2C1-AA21AB24716A}"/>
              </a:ext>
            </a:extLst>
          </p:cNvPr>
          <p:cNvSpPr txBox="1">
            <a:spLocks/>
          </p:cNvSpPr>
          <p:nvPr userDrawn="1"/>
        </p:nvSpPr>
        <p:spPr>
          <a:xfrm>
            <a:off x="9133618" y="6326799"/>
            <a:ext cx="2743200" cy="299462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304670" rtl="0" eaLnBrk="1" latinLnBrk="0" hangingPunct="1">
              <a:defRPr sz="1600" b="0" i="0" kern="1200">
                <a:solidFill>
                  <a:srgbClr val="003D86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  <a:cs typeface="+mn-cs"/>
              </a:defRPr>
            </a:lvl1pPr>
            <a:lvl2pPr marL="30467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336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00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8672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34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007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267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7344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61D7DA0-AA9A-8342-BE3E-6EB34F8DE2BC}" type="slidenum">
              <a:rPr kumimoji="1" lang="ja-JP" altLang="en-US" sz="1600" smtClean="0">
                <a:solidFill>
                  <a:schemeClr val="bg1"/>
                </a:solidFill>
              </a:rPr>
              <a:pPr/>
              <a:t>‹#›</a:t>
            </a:fld>
            <a:endParaRPr kumimoji="1" lang="ja-JP" altLang="en-US" sz="1600">
              <a:solidFill>
                <a:schemeClr val="bg1"/>
              </a:solidFill>
            </a:endParaRPr>
          </a:p>
        </p:txBody>
      </p:sp>
      <p:sp>
        <p:nvSpPr>
          <p:cNvPr id="2" name="テキスト プレースホルダー 12">
            <a:extLst>
              <a:ext uri="{FF2B5EF4-FFF2-40B4-BE49-F238E27FC236}">
                <a16:creationId xmlns:a16="http://schemas.microsoft.com/office/drawing/2014/main" id="{BF4564B1-73E3-2149-E676-44CC68A8FC2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97517" y="345422"/>
            <a:ext cx="9058403" cy="36512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800" b="1" i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defRPr>
            </a:lvl1pPr>
          </a:lstStyle>
          <a:p>
            <a:pPr lvl="0"/>
            <a:r>
              <a:rPr kumimoji="1" lang="ja-JP" altLang="en-US"/>
              <a:t>目次</a:t>
            </a:r>
          </a:p>
        </p:txBody>
      </p:sp>
      <p:sp>
        <p:nvSpPr>
          <p:cNvPr id="3" name="テキスト プレースホルダー 12">
            <a:extLst>
              <a:ext uri="{FF2B5EF4-FFF2-40B4-BE49-F238E27FC236}">
                <a16:creationId xmlns:a16="http://schemas.microsoft.com/office/drawing/2014/main" id="{CB6DDB17-CFBB-C65C-9369-6C1162B39D0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4282" y="1736725"/>
            <a:ext cx="540000" cy="312583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defTabSz="479968">
              <a:buNone/>
              <a:defRPr sz="2400" b="1" i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defRPr>
            </a:lvl1pPr>
          </a:lstStyle>
          <a:p>
            <a:pPr lvl="0"/>
            <a:r>
              <a:rPr kumimoji="1" lang="en-US" altLang="ja-JP" dirty="0"/>
              <a:t>00</a:t>
            </a:r>
          </a:p>
          <a:p>
            <a:pPr lvl="0"/>
            <a:r>
              <a:rPr kumimoji="1" lang="en-US" altLang="ja-JP" dirty="0"/>
              <a:t>00</a:t>
            </a:r>
          </a:p>
          <a:p>
            <a:pPr lvl="0"/>
            <a:r>
              <a:rPr kumimoji="1" lang="en-US" altLang="ja-JP" dirty="0"/>
              <a:t>00</a:t>
            </a:r>
          </a:p>
          <a:p>
            <a:pPr lvl="0"/>
            <a:r>
              <a:rPr kumimoji="1" lang="en-US" altLang="ja-JP" dirty="0"/>
              <a:t>00</a:t>
            </a:r>
          </a:p>
          <a:p>
            <a:pPr lvl="0"/>
            <a:r>
              <a:rPr kumimoji="1" lang="en-US" altLang="ja-JP" dirty="0"/>
              <a:t>00</a:t>
            </a:r>
          </a:p>
          <a:p>
            <a:pPr lvl="0"/>
            <a:r>
              <a:rPr kumimoji="1" lang="en-US" altLang="ja-JP" dirty="0"/>
              <a:t>00</a:t>
            </a:r>
          </a:p>
        </p:txBody>
      </p:sp>
      <p:sp>
        <p:nvSpPr>
          <p:cNvPr id="4" name="テキスト プレースホルダー 12">
            <a:extLst>
              <a:ext uri="{FF2B5EF4-FFF2-40B4-BE49-F238E27FC236}">
                <a16:creationId xmlns:a16="http://schemas.microsoft.com/office/drawing/2014/main" id="{6E7DE52F-B88B-D6A3-999C-58FC2FDF0CD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396791" y="1736725"/>
            <a:ext cx="7012467" cy="312583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defTabSz="479968">
              <a:buNone/>
              <a:defRPr sz="2400" b="0" i="0">
                <a:solidFill>
                  <a:schemeClr val="bg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  <a:endParaRPr kumimoji="1" lang="en-US" altLang="ja-JP" dirty="0"/>
          </a:p>
          <a:p>
            <a:pPr lvl="0"/>
            <a:r>
              <a:rPr kumimoji="1" lang="ja-JP" altLang="en-US"/>
              <a:t>マスター テキストの書式設定</a:t>
            </a:r>
            <a:endParaRPr kumimoji="1" lang="en-US" altLang="ja-JP" dirty="0"/>
          </a:p>
          <a:p>
            <a:pPr lvl="0"/>
            <a:r>
              <a:rPr kumimoji="1" lang="ja-JP" altLang="en-US"/>
              <a:t>マスター テキストの書式設定</a:t>
            </a:r>
            <a:endParaRPr kumimoji="1" lang="en-US" altLang="ja-JP" dirty="0"/>
          </a:p>
          <a:p>
            <a:pPr lvl="0"/>
            <a:r>
              <a:rPr kumimoji="1" lang="ja-JP" altLang="en-US"/>
              <a:t>マスター テキストの書式設定</a:t>
            </a:r>
            <a:endParaRPr kumimoji="1" lang="en-US" altLang="ja-JP" dirty="0"/>
          </a:p>
          <a:p>
            <a:pPr lvl="0"/>
            <a:r>
              <a:rPr kumimoji="1" lang="ja-JP" altLang="en-US"/>
              <a:t>マスター テキストの書式設定</a:t>
            </a:r>
            <a:endParaRPr kumimoji="1" lang="en-US" altLang="ja-JP" dirty="0"/>
          </a:p>
          <a:p>
            <a:pPr lvl="0"/>
            <a:r>
              <a:rPr kumimoji="1" lang="ja-JP" altLang="en-US"/>
              <a:t>マスター テキストの書式設定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51081591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次（企業理念）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425A2F9F-AB80-7D4D-2D23-DA88102D55B6}"/>
              </a:ext>
            </a:extLst>
          </p:cNvPr>
          <p:cNvSpPr txBox="1">
            <a:spLocks/>
          </p:cNvSpPr>
          <p:nvPr userDrawn="1"/>
        </p:nvSpPr>
        <p:spPr>
          <a:xfrm>
            <a:off x="325402" y="6394865"/>
            <a:ext cx="2743200" cy="33193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304670" rtl="0" eaLnBrk="1" latinLnBrk="0" hangingPunct="1">
              <a:defRPr sz="2000" b="0" i="0" kern="1200">
                <a:solidFill>
                  <a:srgbClr val="003D86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  <a:cs typeface="+mn-cs"/>
              </a:defRPr>
            </a:lvl1pPr>
            <a:lvl2pPr marL="30467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336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00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8672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34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007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267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7344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kumimoji="1" lang="en" altLang="ja-JP" sz="700" dirty="0">
                <a:solidFill>
                  <a:schemeClr val="tx1"/>
                </a:solidFill>
              </a:rPr>
              <a:t>ⓒ ITOCHU Techno-Solutions Corporation</a:t>
            </a:r>
            <a:endParaRPr kumimoji="1" lang="ja-JP" altLang="en-US" sz="700">
              <a:solidFill>
                <a:schemeClr val="tx1"/>
              </a:solidFill>
            </a:endParaRP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301DB65-2212-2889-FD86-2DBE4A1E2F84}"/>
              </a:ext>
            </a:extLst>
          </p:cNvPr>
          <p:cNvSpPr txBox="1">
            <a:spLocks/>
          </p:cNvSpPr>
          <p:nvPr userDrawn="1"/>
        </p:nvSpPr>
        <p:spPr>
          <a:xfrm>
            <a:off x="9133618" y="6326799"/>
            <a:ext cx="2743200" cy="299462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304670" rtl="0" eaLnBrk="1" latinLnBrk="0" hangingPunct="1">
              <a:defRPr sz="1600" b="0" i="0" kern="1200">
                <a:solidFill>
                  <a:srgbClr val="003D86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  <a:cs typeface="+mn-cs"/>
              </a:defRPr>
            </a:lvl1pPr>
            <a:lvl2pPr marL="30467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336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00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8672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34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007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267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7344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61D7DA0-AA9A-8342-BE3E-6EB34F8DE2BC}" type="slidenum">
              <a:rPr kumimoji="1" lang="ja-JP" altLang="en-US" sz="1600" smtClean="0">
                <a:solidFill>
                  <a:schemeClr val="tx1"/>
                </a:solidFill>
              </a:rPr>
              <a:pPr/>
              <a:t>‹#›</a:t>
            </a:fld>
            <a:endParaRPr kumimoji="1" lang="ja-JP" altLang="en-US" sz="1600">
              <a:solidFill>
                <a:schemeClr val="tx1"/>
              </a:solidFill>
            </a:endParaRPr>
          </a:p>
        </p:txBody>
      </p:sp>
      <p:sp>
        <p:nvSpPr>
          <p:cNvPr id="10" name="テキスト プレースホルダー 12">
            <a:extLst>
              <a:ext uri="{FF2B5EF4-FFF2-40B4-BE49-F238E27FC236}">
                <a16:creationId xmlns:a16="http://schemas.microsoft.com/office/drawing/2014/main" id="{1786E8C9-D751-0011-62AC-F0CE8288FB8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14282" y="1736726"/>
            <a:ext cx="468000" cy="66357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defTabSz="479968">
              <a:buNone/>
              <a:defRPr sz="2400" b="1" i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</a:defRPr>
            </a:lvl1pPr>
          </a:lstStyle>
          <a:p>
            <a:pPr lvl="0"/>
            <a:r>
              <a:rPr kumimoji="1" lang="en-US" altLang="ja-JP" dirty="0"/>
              <a:t>00</a:t>
            </a:r>
          </a:p>
        </p:txBody>
      </p:sp>
      <p:sp>
        <p:nvSpPr>
          <p:cNvPr id="11" name="テキスト プレースホルダー 12">
            <a:extLst>
              <a:ext uri="{FF2B5EF4-FFF2-40B4-BE49-F238E27FC236}">
                <a16:creationId xmlns:a16="http://schemas.microsoft.com/office/drawing/2014/main" id="{82FC59AF-9ED9-93ED-9DFF-56990EABC53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301001" y="1736726"/>
            <a:ext cx="4571687" cy="66357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defTabSz="479968">
              <a:buNone/>
              <a:defRPr sz="2400"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  <a:endParaRPr kumimoji="1" lang="en-US" altLang="ja-JP" dirty="0"/>
          </a:p>
        </p:txBody>
      </p:sp>
      <p:sp>
        <p:nvSpPr>
          <p:cNvPr id="12" name="テキスト プレースホルダー 12">
            <a:extLst>
              <a:ext uri="{FF2B5EF4-FFF2-40B4-BE49-F238E27FC236}">
                <a16:creationId xmlns:a16="http://schemas.microsoft.com/office/drawing/2014/main" id="{BDF3DB80-CAAA-E895-D0AB-0C9C3B50307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14282" y="2659773"/>
            <a:ext cx="468000" cy="66357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defTabSz="479968">
              <a:buNone/>
              <a:defRPr sz="2400" b="1" i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</a:defRPr>
            </a:lvl1pPr>
          </a:lstStyle>
          <a:p>
            <a:pPr lvl="0"/>
            <a:r>
              <a:rPr kumimoji="1" lang="en-US" altLang="ja-JP" dirty="0"/>
              <a:t>00</a:t>
            </a:r>
          </a:p>
        </p:txBody>
      </p:sp>
      <p:sp>
        <p:nvSpPr>
          <p:cNvPr id="13" name="テキスト プレースホルダー 12">
            <a:extLst>
              <a:ext uri="{FF2B5EF4-FFF2-40B4-BE49-F238E27FC236}">
                <a16:creationId xmlns:a16="http://schemas.microsoft.com/office/drawing/2014/main" id="{9369971E-F926-6994-FA0B-43A0F3AE290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301001" y="2659773"/>
            <a:ext cx="4571687" cy="66357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defTabSz="479968">
              <a:buNone/>
              <a:defRPr sz="2400"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  <a:endParaRPr kumimoji="1" lang="en-US" altLang="ja-JP" dirty="0"/>
          </a:p>
        </p:txBody>
      </p:sp>
      <p:sp>
        <p:nvSpPr>
          <p:cNvPr id="14" name="テキスト プレースホルダー 12">
            <a:extLst>
              <a:ext uri="{FF2B5EF4-FFF2-40B4-BE49-F238E27FC236}">
                <a16:creationId xmlns:a16="http://schemas.microsoft.com/office/drawing/2014/main" id="{7DFF3C0D-9761-942D-2286-DCA80CDED25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14282" y="3569588"/>
            <a:ext cx="468000" cy="66357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defTabSz="479968">
              <a:buNone/>
              <a:defRPr sz="2400" b="1" i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</a:defRPr>
            </a:lvl1pPr>
          </a:lstStyle>
          <a:p>
            <a:pPr lvl="0"/>
            <a:r>
              <a:rPr kumimoji="1" lang="en-US" altLang="ja-JP" dirty="0"/>
              <a:t>00</a:t>
            </a:r>
          </a:p>
        </p:txBody>
      </p:sp>
      <p:sp>
        <p:nvSpPr>
          <p:cNvPr id="15" name="テキスト プレースホルダー 12">
            <a:extLst>
              <a:ext uri="{FF2B5EF4-FFF2-40B4-BE49-F238E27FC236}">
                <a16:creationId xmlns:a16="http://schemas.microsoft.com/office/drawing/2014/main" id="{ACDA0708-9EFA-1C85-16D9-D5F3ED49B9C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301001" y="3569588"/>
            <a:ext cx="4571687" cy="66357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defTabSz="479968">
              <a:buNone/>
              <a:defRPr sz="2400"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  <a:endParaRPr kumimoji="1" lang="en-US" altLang="ja-JP" dirty="0"/>
          </a:p>
        </p:txBody>
      </p:sp>
      <p:sp>
        <p:nvSpPr>
          <p:cNvPr id="16" name="テキスト プレースホルダー 12">
            <a:extLst>
              <a:ext uri="{FF2B5EF4-FFF2-40B4-BE49-F238E27FC236}">
                <a16:creationId xmlns:a16="http://schemas.microsoft.com/office/drawing/2014/main" id="{5EC047C3-338F-57E8-18FB-0239FC6799A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14282" y="4482833"/>
            <a:ext cx="468000" cy="66357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defTabSz="479968">
              <a:buNone/>
              <a:defRPr sz="2400" b="1" i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</a:defRPr>
            </a:lvl1pPr>
          </a:lstStyle>
          <a:p>
            <a:pPr lvl="0"/>
            <a:r>
              <a:rPr kumimoji="1" lang="en-US" altLang="ja-JP" dirty="0"/>
              <a:t>00</a:t>
            </a:r>
          </a:p>
        </p:txBody>
      </p:sp>
      <p:sp>
        <p:nvSpPr>
          <p:cNvPr id="17" name="テキスト プレースホルダー 12">
            <a:extLst>
              <a:ext uri="{FF2B5EF4-FFF2-40B4-BE49-F238E27FC236}">
                <a16:creationId xmlns:a16="http://schemas.microsoft.com/office/drawing/2014/main" id="{F5B4696C-0F45-0D47-A181-32ED0D374DE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301001" y="4482833"/>
            <a:ext cx="4571687" cy="66357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defTabSz="479968">
              <a:buNone/>
              <a:defRPr sz="2400"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  <a:endParaRPr kumimoji="1" lang="en-US" altLang="ja-JP" dirty="0"/>
          </a:p>
        </p:txBody>
      </p:sp>
      <p:sp>
        <p:nvSpPr>
          <p:cNvPr id="18" name="テキスト プレースホルダー 12">
            <a:extLst>
              <a:ext uri="{FF2B5EF4-FFF2-40B4-BE49-F238E27FC236}">
                <a16:creationId xmlns:a16="http://schemas.microsoft.com/office/drawing/2014/main" id="{0D1178E6-0816-E0A6-439F-A26DEF3C68E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33990" y="1736726"/>
            <a:ext cx="468000" cy="66357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defTabSz="479968">
              <a:buNone/>
              <a:defRPr sz="2400" b="1" i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</a:defRPr>
            </a:lvl1pPr>
          </a:lstStyle>
          <a:p>
            <a:pPr lvl="0"/>
            <a:r>
              <a:rPr kumimoji="1" lang="en-US" altLang="ja-JP" dirty="0"/>
              <a:t>00</a:t>
            </a:r>
          </a:p>
        </p:txBody>
      </p:sp>
      <p:sp>
        <p:nvSpPr>
          <p:cNvPr id="19" name="テキスト プレースホルダー 12">
            <a:extLst>
              <a:ext uri="{FF2B5EF4-FFF2-40B4-BE49-F238E27FC236}">
                <a16:creationId xmlns:a16="http://schemas.microsoft.com/office/drawing/2014/main" id="{27F01E3D-3119-79F4-7D14-38463DF1050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720709" y="1736726"/>
            <a:ext cx="4571687" cy="66357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defTabSz="479968">
              <a:buNone/>
              <a:defRPr sz="2400"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  <a:endParaRPr kumimoji="1" lang="en-US" altLang="ja-JP" dirty="0"/>
          </a:p>
        </p:txBody>
      </p:sp>
      <p:sp>
        <p:nvSpPr>
          <p:cNvPr id="20" name="テキスト プレースホルダー 12">
            <a:extLst>
              <a:ext uri="{FF2B5EF4-FFF2-40B4-BE49-F238E27FC236}">
                <a16:creationId xmlns:a16="http://schemas.microsoft.com/office/drawing/2014/main" id="{B2345EEA-394A-D2F3-F965-C381EC316A3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233990" y="2659773"/>
            <a:ext cx="468000" cy="66357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defTabSz="479968">
              <a:buNone/>
              <a:defRPr sz="2400" b="1" i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</a:defRPr>
            </a:lvl1pPr>
          </a:lstStyle>
          <a:p>
            <a:pPr lvl="0"/>
            <a:r>
              <a:rPr kumimoji="1" lang="en-US" altLang="ja-JP" dirty="0"/>
              <a:t>00</a:t>
            </a:r>
          </a:p>
        </p:txBody>
      </p:sp>
      <p:sp>
        <p:nvSpPr>
          <p:cNvPr id="21" name="テキスト プレースホルダー 12">
            <a:extLst>
              <a:ext uri="{FF2B5EF4-FFF2-40B4-BE49-F238E27FC236}">
                <a16:creationId xmlns:a16="http://schemas.microsoft.com/office/drawing/2014/main" id="{A102A790-EC62-079B-030D-964FAD137A39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720709" y="2659773"/>
            <a:ext cx="4571687" cy="66357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defTabSz="479968">
              <a:buNone/>
              <a:defRPr sz="2400"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  <a:endParaRPr kumimoji="1" lang="en-US" altLang="ja-JP" dirty="0"/>
          </a:p>
        </p:txBody>
      </p:sp>
      <p:sp>
        <p:nvSpPr>
          <p:cNvPr id="22" name="テキスト プレースホルダー 12">
            <a:extLst>
              <a:ext uri="{FF2B5EF4-FFF2-40B4-BE49-F238E27FC236}">
                <a16:creationId xmlns:a16="http://schemas.microsoft.com/office/drawing/2014/main" id="{07531E7B-44FD-25E9-CC7A-B00F0410F7E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233990" y="3569588"/>
            <a:ext cx="468000" cy="66357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defTabSz="479968">
              <a:buNone/>
              <a:defRPr sz="2400" b="1" i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</a:defRPr>
            </a:lvl1pPr>
          </a:lstStyle>
          <a:p>
            <a:pPr lvl="0"/>
            <a:r>
              <a:rPr kumimoji="1" lang="en-US" altLang="ja-JP" dirty="0"/>
              <a:t>00</a:t>
            </a:r>
          </a:p>
        </p:txBody>
      </p:sp>
      <p:sp>
        <p:nvSpPr>
          <p:cNvPr id="23" name="テキスト プレースホルダー 12">
            <a:extLst>
              <a:ext uri="{FF2B5EF4-FFF2-40B4-BE49-F238E27FC236}">
                <a16:creationId xmlns:a16="http://schemas.microsoft.com/office/drawing/2014/main" id="{D7180491-605C-69CA-BF57-B42C15021DF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720709" y="3569588"/>
            <a:ext cx="4571687" cy="66357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defTabSz="479968">
              <a:buNone/>
              <a:defRPr sz="2400"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  <a:endParaRPr kumimoji="1" lang="en-US" altLang="ja-JP" dirty="0"/>
          </a:p>
        </p:txBody>
      </p:sp>
      <p:sp>
        <p:nvSpPr>
          <p:cNvPr id="24" name="テキスト プレースホルダー 12">
            <a:extLst>
              <a:ext uri="{FF2B5EF4-FFF2-40B4-BE49-F238E27FC236}">
                <a16:creationId xmlns:a16="http://schemas.microsoft.com/office/drawing/2014/main" id="{A66B3D97-5164-21C2-FD8B-57A402C6078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233990" y="4482833"/>
            <a:ext cx="468000" cy="66357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defTabSz="479968">
              <a:buNone/>
              <a:defRPr sz="2400" b="1" i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</a:defRPr>
            </a:lvl1pPr>
          </a:lstStyle>
          <a:p>
            <a:pPr lvl="0"/>
            <a:r>
              <a:rPr kumimoji="1" lang="en-US" altLang="ja-JP" dirty="0"/>
              <a:t>00</a:t>
            </a:r>
          </a:p>
        </p:txBody>
      </p:sp>
      <p:sp>
        <p:nvSpPr>
          <p:cNvPr id="25" name="テキスト プレースホルダー 12">
            <a:extLst>
              <a:ext uri="{FF2B5EF4-FFF2-40B4-BE49-F238E27FC236}">
                <a16:creationId xmlns:a16="http://schemas.microsoft.com/office/drawing/2014/main" id="{32CB8912-600C-6289-D45B-AE9C7296D532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720709" y="4482833"/>
            <a:ext cx="4571687" cy="66357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defTabSz="479968">
              <a:buNone/>
              <a:defRPr sz="2400"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  <a:endParaRPr kumimoji="1" lang="en-US" altLang="ja-JP" dirty="0"/>
          </a:p>
        </p:txBody>
      </p:sp>
      <p:sp>
        <p:nvSpPr>
          <p:cNvPr id="3" name="テキスト プレースホルダー 12">
            <a:extLst>
              <a:ext uri="{FF2B5EF4-FFF2-40B4-BE49-F238E27FC236}">
                <a16:creationId xmlns:a16="http://schemas.microsoft.com/office/drawing/2014/main" id="{6AE51BB8-635B-4308-E9CB-F238A16218D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97516" y="345421"/>
            <a:ext cx="9360000" cy="43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800" b="1" i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</a:defRPr>
            </a:lvl1pPr>
          </a:lstStyle>
          <a:p>
            <a:pPr lvl="0"/>
            <a:r>
              <a:rPr kumimoji="1" lang="ja-JP" altLang="en-US"/>
              <a:t>目次</a:t>
            </a:r>
          </a:p>
        </p:txBody>
      </p:sp>
    </p:spTree>
    <p:extLst>
      <p:ext uri="{BB962C8B-B14F-4D97-AF65-F5344CB8AC3E}">
        <p14:creationId xmlns:p14="http://schemas.microsoft.com/office/powerpoint/2010/main" val="2719553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次（企業理念）4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BEBCD2C3-F4AB-0385-42C5-37CDC4A4287B}"/>
              </a:ext>
            </a:extLst>
          </p:cNvPr>
          <p:cNvSpPr txBox="1">
            <a:spLocks/>
          </p:cNvSpPr>
          <p:nvPr userDrawn="1"/>
        </p:nvSpPr>
        <p:spPr>
          <a:xfrm>
            <a:off x="325402" y="6394865"/>
            <a:ext cx="2743200" cy="33193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304670" rtl="0" eaLnBrk="1" latinLnBrk="0" hangingPunct="1">
              <a:defRPr sz="2000" b="0" i="0" kern="1200">
                <a:solidFill>
                  <a:srgbClr val="003D86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  <a:cs typeface="+mn-cs"/>
              </a:defRPr>
            </a:lvl1pPr>
            <a:lvl2pPr marL="30467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336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00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8672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34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007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267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7344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kumimoji="1" lang="en" altLang="ja-JP" sz="700" dirty="0">
                <a:solidFill>
                  <a:schemeClr val="bg1"/>
                </a:solidFill>
              </a:rPr>
              <a:t>ⓒ ITOCHU Techno-Solutions Corporation</a:t>
            </a:r>
            <a:endParaRPr kumimoji="1" lang="ja-JP" altLang="en-US" sz="700">
              <a:solidFill>
                <a:schemeClr val="bg1"/>
              </a:solidFill>
            </a:endParaRP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800734A0-2465-A79B-0C4E-7BA001579D6C}"/>
              </a:ext>
            </a:extLst>
          </p:cNvPr>
          <p:cNvSpPr txBox="1">
            <a:spLocks/>
          </p:cNvSpPr>
          <p:nvPr userDrawn="1"/>
        </p:nvSpPr>
        <p:spPr>
          <a:xfrm>
            <a:off x="9133618" y="6326799"/>
            <a:ext cx="2743200" cy="299462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304670" rtl="0" eaLnBrk="1" latinLnBrk="0" hangingPunct="1">
              <a:defRPr sz="1600" b="0" i="0" kern="1200">
                <a:solidFill>
                  <a:srgbClr val="003D86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  <a:cs typeface="+mn-cs"/>
              </a:defRPr>
            </a:lvl1pPr>
            <a:lvl2pPr marL="30467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336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00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8672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34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007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267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7344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61D7DA0-AA9A-8342-BE3E-6EB34F8DE2BC}" type="slidenum">
              <a:rPr kumimoji="1" lang="ja-JP" altLang="en-US" sz="1600" smtClean="0">
                <a:solidFill>
                  <a:schemeClr val="bg1"/>
                </a:solidFill>
              </a:rPr>
              <a:pPr/>
              <a:t>‹#›</a:t>
            </a:fld>
            <a:endParaRPr kumimoji="1" lang="ja-JP" altLang="en-US" sz="1600">
              <a:solidFill>
                <a:schemeClr val="bg1"/>
              </a:solidFill>
            </a:endParaRPr>
          </a:p>
        </p:txBody>
      </p:sp>
      <p:sp>
        <p:nvSpPr>
          <p:cNvPr id="2" name="テキスト プレースホルダー 12">
            <a:extLst>
              <a:ext uri="{FF2B5EF4-FFF2-40B4-BE49-F238E27FC236}">
                <a16:creationId xmlns:a16="http://schemas.microsoft.com/office/drawing/2014/main" id="{539CF071-C664-0DCC-693D-BEF675877ABF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97516" y="345422"/>
            <a:ext cx="9360000" cy="36512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800" b="1" i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defRPr>
            </a:lvl1pPr>
          </a:lstStyle>
          <a:p>
            <a:pPr lvl="0"/>
            <a:r>
              <a:rPr kumimoji="1" lang="ja-JP" altLang="en-US"/>
              <a:t>目次</a:t>
            </a:r>
          </a:p>
        </p:txBody>
      </p:sp>
      <p:sp>
        <p:nvSpPr>
          <p:cNvPr id="3" name="テキスト プレースホルダー 12">
            <a:extLst>
              <a:ext uri="{FF2B5EF4-FFF2-40B4-BE49-F238E27FC236}">
                <a16:creationId xmlns:a16="http://schemas.microsoft.com/office/drawing/2014/main" id="{42E03A47-C8E7-A4A0-5441-3D5A64378A9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23907" y="1736726"/>
            <a:ext cx="468000" cy="66357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defTabSz="479968">
              <a:buNone/>
              <a:defRPr sz="2400" b="1" i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defRPr>
            </a:lvl1pPr>
          </a:lstStyle>
          <a:p>
            <a:pPr lvl="0"/>
            <a:r>
              <a:rPr kumimoji="1" lang="en-US" altLang="ja-JP" dirty="0"/>
              <a:t>00</a:t>
            </a:r>
          </a:p>
        </p:txBody>
      </p:sp>
      <p:sp>
        <p:nvSpPr>
          <p:cNvPr id="4" name="テキスト プレースホルダー 12">
            <a:extLst>
              <a:ext uri="{FF2B5EF4-FFF2-40B4-BE49-F238E27FC236}">
                <a16:creationId xmlns:a16="http://schemas.microsoft.com/office/drawing/2014/main" id="{5D9BF930-C505-38D1-5D84-BB6776A33B3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301001" y="1736726"/>
            <a:ext cx="4571687" cy="66357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defTabSz="479968">
              <a:buNone/>
              <a:defRPr sz="2400" b="0" i="0">
                <a:solidFill>
                  <a:schemeClr val="bg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  <a:endParaRPr kumimoji="1" lang="en-US" altLang="ja-JP" dirty="0"/>
          </a:p>
        </p:txBody>
      </p:sp>
      <p:sp>
        <p:nvSpPr>
          <p:cNvPr id="5" name="テキスト プレースホルダー 12">
            <a:extLst>
              <a:ext uri="{FF2B5EF4-FFF2-40B4-BE49-F238E27FC236}">
                <a16:creationId xmlns:a16="http://schemas.microsoft.com/office/drawing/2014/main" id="{B457A774-A82D-E182-09CF-1C57005356C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23907" y="2659773"/>
            <a:ext cx="468000" cy="66357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defTabSz="479968">
              <a:buNone/>
              <a:defRPr sz="2400" b="1" i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defRPr>
            </a:lvl1pPr>
          </a:lstStyle>
          <a:p>
            <a:pPr lvl="0"/>
            <a:r>
              <a:rPr kumimoji="1" lang="en-US" altLang="ja-JP" dirty="0"/>
              <a:t>00</a:t>
            </a:r>
          </a:p>
        </p:txBody>
      </p:sp>
      <p:sp>
        <p:nvSpPr>
          <p:cNvPr id="7" name="テキスト プレースホルダー 12">
            <a:extLst>
              <a:ext uri="{FF2B5EF4-FFF2-40B4-BE49-F238E27FC236}">
                <a16:creationId xmlns:a16="http://schemas.microsoft.com/office/drawing/2014/main" id="{73E3EA9D-E3F1-D31C-1951-CE61440FFB9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301001" y="2659773"/>
            <a:ext cx="4571687" cy="66357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defTabSz="479968">
              <a:buNone/>
              <a:defRPr sz="2400" b="0" i="0">
                <a:solidFill>
                  <a:schemeClr val="bg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  <a:endParaRPr kumimoji="1" lang="en-US" altLang="ja-JP" dirty="0"/>
          </a:p>
        </p:txBody>
      </p:sp>
      <p:sp>
        <p:nvSpPr>
          <p:cNvPr id="9" name="テキスト プレースホルダー 12">
            <a:extLst>
              <a:ext uri="{FF2B5EF4-FFF2-40B4-BE49-F238E27FC236}">
                <a16:creationId xmlns:a16="http://schemas.microsoft.com/office/drawing/2014/main" id="{EF193E57-C4FD-911F-2B30-77E4E5E245B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23907" y="3569588"/>
            <a:ext cx="468000" cy="66357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defTabSz="479968">
              <a:buNone/>
              <a:defRPr sz="2400" b="1" i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defRPr>
            </a:lvl1pPr>
          </a:lstStyle>
          <a:p>
            <a:pPr lvl="0"/>
            <a:r>
              <a:rPr kumimoji="1" lang="en-US" altLang="ja-JP" dirty="0"/>
              <a:t>00</a:t>
            </a:r>
          </a:p>
        </p:txBody>
      </p:sp>
      <p:sp>
        <p:nvSpPr>
          <p:cNvPr id="27" name="テキスト プレースホルダー 12">
            <a:extLst>
              <a:ext uri="{FF2B5EF4-FFF2-40B4-BE49-F238E27FC236}">
                <a16:creationId xmlns:a16="http://schemas.microsoft.com/office/drawing/2014/main" id="{5C9AC9F6-DFF1-E0E4-DBF1-7F8B644ADE16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301001" y="3569588"/>
            <a:ext cx="4571687" cy="66357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defTabSz="479968">
              <a:buNone/>
              <a:defRPr sz="2400" b="0" i="0">
                <a:solidFill>
                  <a:schemeClr val="bg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  <a:endParaRPr kumimoji="1" lang="en-US" altLang="ja-JP" dirty="0"/>
          </a:p>
        </p:txBody>
      </p:sp>
      <p:sp>
        <p:nvSpPr>
          <p:cNvPr id="28" name="テキスト プレースホルダー 12">
            <a:extLst>
              <a:ext uri="{FF2B5EF4-FFF2-40B4-BE49-F238E27FC236}">
                <a16:creationId xmlns:a16="http://schemas.microsoft.com/office/drawing/2014/main" id="{ED5A1F44-12C7-C4D3-309C-E5B25CA5DCD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23907" y="4482833"/>
            <a:ext cx="468000" cy="66357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defTabSz="479968">
              <a:buNone/>
              <a:defRPr sz="2400" b="1" i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defRPr>
            </a:lvl1pPr>
          </a:lstStyle>
          <a:p>
            <a:pPr lvl="0"/>
            <a:r>
              <a:rPr kumimoji="1" lang="en-US" altLang="ja-JP" dirty="0"/>
              <a:t>00</a:t>
            </a:r>
          </a:p>
        </p:txBody>
      </p:sp>
      <p:sp>
        <p:nvSpPr>
          <p:cNvPr id="29" name="テキスト プレースホルダー 12">
            <a:extLst>
              <a:ext uri="{FF2B5EF4-FFF2-40B4-BE49-F238E27FC236}">
                <a16:creationId xmlns:a16="http://schemas.microsoft.com/office/drawing/2014/main" id="{22B712DF-05F2-DABE-47FC-0A10C4101C8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301001" y="4482833"/>
            <a:ext cx="4571687" cy="66357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defTabSz="479968">
              <a:buNone/>
              <a:defRPr sz="2400" b="0" i="0">
                <a:solidFill>
                  <a:schemeClr val="bg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  <a:endParaRPr kumimoji="1" lang="en-US" altLang="ja-JP" dirty="0"/>
          </a:p>
        </p:txBody>
      </p:sp>
      <p:sp>
        <p:nvSpPr>
          <p:cNvPr id="30" name="テキスト プレースホルダー 12">
            <a:extLst>
              <a:ext uri="{FF2B5EF4-FFF2-40B4-BE49-F238E27FC236}">
                <a16:creationId xmlns:a16="http://schemas.microsoft.com/office/drawing/2014/main" id="{AB8279C4-9994-0774-D120-FAC65AD4288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33990" y="1736726"/>
            <a:ext cx="468000" cy="66357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defTabSz="479968">
              <a:buNone/>
              <a:defRPr sz="2400" b="1" i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defRPr>
            </a:lvl1pPr>
          </a:lstStyle>
          <a:p>
            <a:pPr lvl="0"/>
            <a:r>
              <a:rPr kumimoji="1" lang="en-US" altLang="ja-JP" dirty="0"/>
              <a:t>00</a:t>
            </a:r>
          </a:p>
        </p:txBody>
      </p:sp>
      <p:sp>
        <p:nvSpPr>
          <p:cNvPr id="31" name="テキスト プレースホルダー 12">
            <a:extLst>
              <a:ext uri="{FF2B5EF4-FFF2-40B4-BE49-F238E27FC236}">
                <a16:creationId xmlns:a16="http://schemas.microsoft.com/office/drawing/2014/main" id="{E7CB9A81-8D5C-C1E5-F71C-33788FD878F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720709" y="1736726"/>
            <a:ext cx="4571687" cy="66357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defTabSz="479968">
              <a:buNone/>
              <a:defRPr sz="2400" b="0" i="0">
                <a:solidFill>
                  <a:schemeClr val="bg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  <a:endParaRPr kumimoji="1" lang="en-US" altLang="ja-JP" dirty="0"/>
          </a:p>
        </p:txBody>
      </p:sp>
      <p:sp>
        <p:nvSpPr>
          <p:cNvPr id="32" name="テキスト プレースホルダー 12">
            <a:extLst>
              <a:ext uri="{FF2B5EF4-FFF2-40B4-BE49-F238E27FC236}">
                <a16:creationId xmlns:a16="http://schemas.microsoft.com/office/drawing/2014/main" id="{2482C246-2CED-EC58-F0EC-E41478A372E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233990" y="2659773"/>
            <a:ext cx="468000" cy="66357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defTabSz="479968">
              <a:buNone/>
              <a:defRPr sz="2400" b="1" i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defRPr>
            </a:lvl1pPr>
          </a:lstStyle>
          <a:p>
            <a:pPr lvl="0"/>
            <a:r>
              <a:rPr kumimoji="1" lang="en-US" altLang="ja-JP" dirty="0"/>
              <a:t>00</a:t>
            </a:r>
          </a:p>
        </p:txBody>
      </p:sp>
      <p:sp>
        <p:nvSpPr>
          <p:cNvPr id="33" name="テキスト プレースホルダー 12">
            <a:extLst>
              <a:ext uri="{FF2B5EF4-FFF2-40B4-BE49-F238E27FC236}">
                <a16:creationId xmlns:a16="http://schemas.microsoft.com/office/drawing/2014/main" id="{37EC66D7-44E5-188E-90F4-3726EBA82F74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720709" y="2659773"/>
            <a:ext cx="4571687" cy="66357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defTabSz="479968">
              <a:buNone/>
              <a:defRPr sz="2400" b="0" i="0">
                <a:solidFill>
                  <a:schemeClr val="bg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  <a:endParaRPr kumimoji="1" lang="en-US" altLang="ja-JP" dirty="0"/>
          </a:p>
        </p:txBody>
      </p:sp>
      <p:sp>
        <p:nvSpPr>
          <p:cNvPr id="34" name="テキスト プレースホルダー 12">
            <a:extLst>
              <a:ext uri="{FF2B5EF4-FFF2-40B4-BE49-F238E27FC236}">
                <a16:creationId xmlns:a16="http://schemas.microsoft.com/office/drawing/2014/main" id="{DEB31560-106F-9E76-636E-0F05A7A9EA7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233990" y="3569588"/>
            <a:ext cx="468000" cy="66357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defTabSz="479968">
              <a:buNone/>
              <a:defRPr sz="2400" b="1" i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defRPr>
            </a:lvl1pPr>
          </a:lstStyle>
          <a:p>
            <a:pPr lvl="0"/>
            <a:r>
              <a:rPr kumimoji="1" lang="en-US" altLang="ja-JP" dirty="0"/>
              <a:t>00</a:t>
            </a:r>
          </a:p>
        </p:txBody>
      </p:sp>
      <p:sp>
        <p:nvSpPr>
          <p:cNvPr id="35" name="テキスト プレースホルダー 12">
            <a:extLst>
              <a:ext uri="{FF2B5EF4-FFF2-40B4-BE49-F238E27FC236}">
                <a16:creationId xmlns:a16="http://schemas.microsoft.com/office/drawing/2014/main" id="{307C89E4-4EEC-59A3-028E-61847839766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720709" y="3569588"/>
            <a:ext cx="4571687" cy="66357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defTabSz="479968">
              <a:buNone/>
              <a:defRPr sz="2400" b="0" i="0">
                <a:solidFill>
                  <a:schemeClr val="bg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  <a:endParaRPr kumimoji="1" lang="en-US" altLang="ja-JP" dirty="0"/>
          </a:p>
        </p:txBody>
      </p:sp>
      <p:sp>
        <p:nvSpPr>
          <p:cNvPr id="36" name="テキスト プレースホルダー 12">
            <a:extLst>
              <a:ext uri="{FF2B5EF4-FFF2-40B4-BE49-F238E27FC236}">
                <a16:creationId xmlns:a16="http://schemas.microsoft.com/office/drawing/2014/main" id="{24F66FE5-C955-A305-0224-0B259FD6004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233990" y="4482833"/>
            <a:ext cx="468000" cy="66357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defTabSz="479968">
              <a:buNone/>
              <a:defRPr sz="2400" b="1" i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defRPr>
            </a:lvl1pPr>
          </a:lstStyle>
          <a:p>
            <a:pPr lvl="0"/>
            <a:r>
              <a:rPr kumimoji="1" lang="en-US" altLang="ja-JP" dirty="0"/>
              <a:t>00</a:t>
            </a:r>
          </a:p>
        </p:txBody>
      </p:sp>
      <p:sp>
        <p:nvSpPr>
          <p:cNvPr id="37" name="テキスト プレースホルダー 12">
            <a:extLst>
              <a:ext uri="{FF2B5EF4-FFF2-40B4-BE49-F238E27FC236}">
                <a16:creationId xmlns:a16="http://schemas.microsoft.com/office/drawing/2014/main" id="{0B91C1DC-F44C-236D-37A6-96B0E54A10E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720709" y="4482833"/>
            <a:ext cx="4571687" cy="66357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defTabSz="479968">
              <a:buNone/>
              <a:defRPr sz="2400" b="0" i="0">
                <a:solidFill>
                  <a:schemeClr val="bg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62314611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本文ページ（企業理念）_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8AE19E5A-C399-4861-2D7D-879AA1F0C84F}"/>
              </a:ext>
            </a:extLst>
          </p:cNvPr>
          <p:cNvSpPr txBox="1">
            <a:spLocks/>
          </p:cNvSpPr>
          <p:nvPr userDrawn="1"/>
        </p:nvSpPr>
        <p:spPr>
          <a:xfrm>
            <a:off x="325402" y="6394865"/>
            <a:ext cx="2743200" cy="33193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304670" rtl="0" eaLnBrk="1" latinLnBrk="0" hangingPunct="1">
              <a:defRPr sz="2000" b="0" i="0" kern="1200">
                <a:solidFill>
                  <a:srgbClr val="003D86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  <a:cs typeface="+mn-cs"/>
              </a:defRPr>
            </a:lvl1pPr>
            <a:lvl2pPr marL="30467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336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00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8672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34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007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267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7344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kumimoji="1" lang="en" altLang="ja-JP" sz="700" dirty="0">
                <a:solidFill>
                  <a:schemeClr val="tx1"/>
                </a:solidFill>
              </a:rPr>
              <a:t>ⓒ ITOCHU Techno-Solutions Corporation</a:t>
            </a:r>
            <a:endParaRPr kumimoji="1" lang="ja-JP" altLang="en-US" sz="700">
              <a:solidFill>
                <a:schemeClr val="tx1"/>
              </a:solidFill>
            </a:endParaRP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5B88EED6-B583-2F6F-A5EB-452C22B7FA9E}"/>
              </a:ext>
            </a:extLst>
          </p:cNvPr>
          <p:cNvSpPr txBox="1">
            <a:spLocks/>
          </p:cNvSpPr>
          <p:nvPr userDrawn="1"/>
        </p:nvSpPr>
        <p:spPr>
          <a:xfrm>
            <a:off x="9133618" y="6326799"/>
            <a:ext cx="2743200" cy="299462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304670" rtl="0" eaLnBrk="1" latinLnBrk="0" hangingPunct="1">
              <a:defRPr sz="1600" b="0" i="0" kern="1200">
                <a:solidFill>
                  <a:srgbClr val="003D86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  <a:cs typeface="+mn-cs"/>
              </a:defRPr>
            </a:lvl1pPr>
            <a:lvl2pPr marL="30467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336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00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8672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34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007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267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7344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61D7DA0-AA9A-8342-BE3E-6EB34F8DE2BC}" type="slidenum">
              <a:rPr kumimoji="1" lang="ja-JP" altLang="en-US" sz="1600" smtClean="0">
                <a:solidFill>
                  <a:schemeClr val="tx1"/>
                </a:solidFill>
              </a:rPr>
              <a:pPr/>
              <a:t>‹#›</a:t>
            </a:fld>
            <a:endParaRPr kumimoji="1" lang="ja-JP" altLang="en-US" sz="1600">
              <a:solidFill>
                <a:schemeClr val="tx1"/>
              </a:solidFill>
            </a:endParaRPr>
          </a:p>
        </p:txBody>
      </p:sp>
      <p:sp>
        <p:nvSpPr>
          <p:cNvPr id="5" name="テキスト プレースホルダー 12">
            <a:extLst>
              <a:ext uri="{FF2B5EF4-FFF2-40B4-BE49-F238E27FC236}">
                <a16:creationId xmlns:a16="http://schemas.microsoft.com/office/drawing/2014/main" id="{7282B64C-EDB8-C704-5767-47C3586344F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98024" y="347571"/>
            <a:ext cx="9360000" cy="432000"/>
          </a:xfrm>
          <a:prstGeom prst="rect">
            <a:avLst/>
          </a:prstGeom>
        </p:spPr>
        <p:txBody>
          <a:bodyPr lIns="0" tIns="0" rIns="0">
            <a:noAutofit/>
          </a:bodyPr>
          <a:lstStyle>
            <a:lvl1pPr marL="0" indent="0">
              <a:buNone/>
              <a:defRPr sz="2800" b="1" i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</a:defRPr>
            </a:lvl1pPr>
          </a:lstStyle>
          <a:p>
            <a:pPr lvl="0"/>
            <a:r>
              <a:rPr kumimoji="1" lang="ja-JP" altLang="en-US"/>
              <a:t>タイトルの書式設定</a:t>
            </a:r>
          </a:p>
        </p:txBody>
      </p:sp>
      <p:sp>
        <p:nvSpPr>
          <p:cNvPr id="6" name="テキスト プレースホルダー 12">
            <a:extLst>
              <a:ext uri="{FF2B5EF4-FFF2-40B4-BE49-F238E27FC236}">
                <a16:creationId xmlns:a16="http://schemas.microsoft.com/office/drawing/2014/main" id="{BFE08C99-5A98-5941-2FB8-98F410AE01C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4918" y="1268414"/>
            <a:ext cx="10562800" cy="494410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342900" indent="-342900" defTabSz="479968">
              <a:buFont typeface="Arial" panose="020B0604020202020204" pitchFamily="34" charset="0"/>
              <a:buChar char="•"/>
              <a:defRPr sz="2800"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  <a:lvl2pPr>
              <a:defRPr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2pPr>
            <a:lvl3pPr>
              <a:defRPr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3pPr>
            <a:lvl4pPr>
              <a:defRPr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4pPr>
            <a:lvl5pPr>
              <a:defRPr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5pPr>
            <a:lvl6pPr>
              <a:defRPr b="0" i="0">
                <a:solidFill>
                  <a:schemeClr val="bg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6pPr>
            <a:lvl7pPr>
              <a:defRPr b="0" i="0">
                <a:solidFill>
                  <a:schemeClr val="bg1"/>
                </a:solidFill>
              </a:defRPr>
            </a:lvl7pPr>
          </a:lstStyle>
          <a:p>
            <a:pPr lvl="0"/>
            <a:r>
              <a:rPr kumimoji="1" lang="ja-JP" altLang="en-US"/>
              <a:t>テキストの書式設定</a:t>
            </a:r>
            <a:endParaRPr kumimoji="1" lang="en-US" altLang="ja-JP" dirty="0"/>
          </a:p>
          <a:p>
            <a:pPr lvl="1"/>
            <a:r>
              <a:rPr kumimoji="1" lang="ja-JP" altLang="en-US"/>
              <a:t>テキスト</a:t>
            </a:r>
            <a:endParaRPr kumimoji="1" lang="en-US" altLang="ja-JP" dirty="0"/>
          </a:p>
          <a:p>
            <a:pPr lvl="2"/>
            <a:r>
              <a:rPr kumimoji="1" lang="ja-JP" altLang="en-US"/>
              <a:t>テキスト</a:t>
            </a:r>
            <a:endParaRPr kumimoji="1" lang="en-US" altLang="ja-JP" dirty="0"/>
          </a:p>
          <a:p>
            <a:pPr lvl="3"/>
            <a:r>
              <a:rPr kumimoji="1" lang="ja-JP" altLang="en-US"/>
              <a:t>テキスト</a:t>
            </a:r>
            <a:endParaRPr kumimoji="1" lang="en-US" altLang="ja-JP" dirty="0"/>
          </a:p>
          <a:p>
            <a:pPr lvl="4"/>
            <a:r>
              <a:rPr kumimoji="1" lang="ja-JP" altLang="en-US"/>
              <a:t>テキスト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93278772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本文ページ（企業理念）_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8AE19E5A-C399-4861-2D7D-879AA1F0C84F}"/>
              </a:ext>
            </a:extLst>
          </p:cNvPr>
          <p:cNvSpPr txBox="1">
            <a:spLocks/>
          </p:cNvSpPr>
          <p:nvPr userDrawn="1"/>
        </p:nvSpPr>
        <p:spPr>
          <a:xfrm>
            <a:off x="325402" y="6394865"/>
            <a:ext cx="2743200" cy="33193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304670" rtl="0" eaLnBrk="1" latinLnBrk="0" hangingPunct="1">
              <a:defRPr sz="2000" b="0" i="0" kern="1200">
                <a:solidFill>
                  <a:srgbClr val="003D86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  <a:cs typeface="+mn-cs"/>
              </a:defRPr>
            </a:lvl1pPr>
            <a:lvl2pPr marL="30467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336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00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8672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34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007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267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7344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kumimoji="1" lang="en" altLang="ja-JP" sz="700" dirty="0">
                <a:solidFill>
                  <a:schemeClr val="tx1"/>
                </a:solidFill>
              </a:rPr>
              <a:t>ⓒ ITOCHU Techno-Solutions Corporation</a:t>
            </a:r>
            <a:endParaRPr kumimoji="1" lang="ja-JP" altLang="en-US" sz="700">
              <a:solidFill>
                <a:schemeClr val="tx1"/>
              </a:solidFill>
            </a:endParaRP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5B88EED6-B583-2F6F-A5EB-452C22B7FA9E}"/>
              </a:ext>
            </a:extLst>
          </p:cNvPr>
          <p:cNvSpPr txBox="1">
            <a:spLocks/>
          </p:cNvSpPr>
          <p:nvPr userDrawn="1"/>
        </p:nvSpPr>
        <p:spPr>
          <a:xfrm>
            <a:off x="9133618" y="6326799"/>
            <a:ext cx="2743200" cy="299462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304670" rtl="0" eaLnBrk="1" latinLnBrk="0" hangingPunct="1">
              <a:defRPr sz="1600" b="0" i="0" kern="1200">
                <a:solidFill>
                  <a:srgbClr val="003D86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  <a:cs typeface="+mn-cs"/>
              </a:defRPr>
            </a:lvl1pPr>
            <a:lvl2pPr marL="30467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336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00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8672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34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007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267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7344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61D7DA0-AA9A-8342-BE3E-6EB34F8DE2BC}" type="slidenum">
              <a:rPr kumimoji="1" lang="ja-JP" altLang="en-US" sz="1600" smtClean="0">
                <a:solidFill>
                  <a:schemeClr val="tx1"/>
                </a:solidFill>
              </a:rPr>
              <a:pPr/>
              <a:t>‹#›</a:t>
            </a:fld>
            <a:endParaRPr kumimoji="1" lang="ja-JP" altLang="en-US" sz="1600">
              <a:solidFill>
                <a:schemeClr val="tx1"/>
              </a:solidFill>
            </a:endParaRPr>
          </a:p>
        </p:txBody>
      </p:sp>
      <p:sp>
        <p:nvSpPr>
          <p:cNvPr id="3" name="テキスト プレースホルダー 12">
            <a:extLst>
              <a:ext uri="{FF2B5EF4-FFF2-40B4-BE49-F238E27FC236}">
                <a16:creationId xmlns:a16="http://schemas.microsoft.com/office/drawing/2014/main" id="{ADAC60F2-77BC-A841-163E-CA8CF97DAE4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98024" y="347571"/>
            <a:ext cx="9360000" cy="432000"/>
          </a:xfrm>
          <a:prstGeom prst="rect">
            <a:avLst/>
          </a:prstGeom>
        </p:spPr>
        <p:txBody>
          <a:bodyPr lIns="0" tIns="0" rIns="0">
            <a:noAutofit/>
          </a:bodyPr>
          <a:lstStyle>
            <a:lvl1pPr marL="0" indent="0">
              <a:buNone/>
              <a:defRPr sz="2800" b="1" i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</a:defRPr>
            </a:lvl1pPr>
          </a:lstStyle>
          <a:p>
            <a:pPr lvl="0"/>
            <a:r>
              <a:rPr kumimoji="1" lang="ja-JP" altLang="en-US"/>
              <a:t>タイトルの書式設定</a:t>
            </a:r>
          </a:p>
        </p:txBody>
      </p:sp>
      <p:sp>
        <p:nvSpPr>
          <p:cNvPr id="6" name="テキスト プレースホルダー 12">
            <a:extLst>
              <a:ext uri="{FF2B5EF4-FFF2-40B4-BE49-F238E27FC236}">
                <a16:creationId xmlns:a16="http://schemas.microsoft.com/office/drawing/2014/main" id="{DE9EF57D-32B4-2103-27C7-E329B2BA1C2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4918" y="1268412"/>
            <a:ext cx="4949027" cy="494410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342900" indent="-342900" defTabSz="479968">
              <a:buFont typeface="Arial" panose="020B0604020202020204" pitchFamily="34" charset="0"/>
              <a:buChar char="•"/>
              <a:defRPr sz="2800"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  <a:lvl2pPr>
              <a:defRPr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2pPr>
            <a:lvl3pPr>
              <a:defRPr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3pPr>
            <a:lvl4pPr>
              <a:defRPr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4pPr>
            <a:lvl5pPr>
              <a:defRPr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5pPr>
            <a:lvl6pPr>
              <a:defRPr b="0" i="0">
                <a:solidFill>
                  <a:schemeClr val="bg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6pPr>
            <a:lvl7pPr>
              <a:defRPr b="0" i="0">
                <a:solidFill>
                  <a:schemeClr val="bg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7pPr>
          </a:lstStyle>
          <a:p>
            <a:pPr lvl="0"/>
            <a:r>
              <a:rPr kumimoji="1" lang="ja-JP" altLang="en-US"/>
              <a:t>テキストの書式設定</a:t>
            </a:r>
            <a:endParaRPr kumimoji="1" lang="en-US" altLang="ja-JP" dirty="0"/>
          </a:p>
          <a:p>
            <a:pPr lvl="1"/>
            <a:r>
              <a:rPr kumimoji="1" lang="ja-JP" altLang="en-US"/>
              <a:t>テキスト</a:t>
            </a:r>
            <a:endParaRPr kumimoji="1" lang="en-US" altLang="ja-JP" dirty="0"/>
          </a:p>
          <a:p>
            <a:pPr lvl="2"/>
            <a:r>
              <a:rPr kumimoji="1" lang="ja-JP" altLang="en-US"/>
              <a:t>テキスト</a:t>
            </a:r>
            <a:endParaRPr kumimoji="1" lang="en-US" altLang="ja-JP" dirty="0"/>
          </a:p>
          <a:p>
            <a:pPr lvl="3"/>
            <a:r>
              <a:rPr kumimoji="1" lang="ja-JP" altLang="en-US"/>
              <a:t>テキスト</a:t>
            </a:r>
            <a:endParaRPr kumimoji="1" lang="en-US" altLang="ja-JP" dirty="0"/>
          </a:p>
          <a:p>
            <a:pPr lvl="4"/>
            <a:r>
              <a:rPr kumimoji="1" lang="ja-JP" altLang="en-US"/>
              <a:t>テキスト</a:t>
            </a:r>
            <a:endParaRPr kumimoji="1" lang="en-US" altLang="ja-JP" dirty="0"/>
          </a:p>
        </p:txBody>
      </p:sp>
      <p:sp>
        <p:nvSpPr>
          <p:cNvPr id="9" name="テキスト プレースホルダー 12">
            <a:extLst>
              <a:ext uri="{FF2B5EF4-FFF2-40B4-BE49-F238E27FC236}">
                <a16:creationId xmlns:a16="http://schemas.microsoft.com/office/drawing/2014/main" id="{2F3B4668-196C-8CE9-E98D-A056EFC0A0B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428691" y="1268414"/>
            <a:ext cx="4949027" cy="494410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342900" indent="-342900" defTabSz="479968">
              <a:buFont typeface="Arial" panose="020B0604020202020204" pitchFamily="34" charset="0"/>
              <a:buChar char="•"/>
              <a:defRPr sz="2800"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  <a:lvl2pPr>
              <a:defRPr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2pPr>
            <a:lvl3pPr>
              <a:defRPr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3pPr>
            <a:lvl4pPr>
              <a:defRPr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4pPr>
            <a:lvl5pPr>
              <a:defRPr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5pPr>
            <a:lvl6pPr>
              <a:defRPr b="0" i="0">
                <a:solidFill>
                  <a:schemeClr val="bg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6pPr>
            <a:lvl7pPr>
              <a:defRPr b="0" i="0">
                <a:solidFill>
                  <a:schemeClr val="bg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7pPr>
          </a:lstStyle>
          <a:p>
            <a:pPr lvl="0"/>
            <a:r>
              <a:rPr kumimoji="1" lang="ja-JP" altLang="en-US"/>
              <a:t>テキストの書式設定</a:t>
            </a:r>
            <a:endParaRPr kumimoji="1" lang="en-US" altLang="ja-JP" dirty="0"/>
          </a:p>
          <a:p>
            <a:pPr lvl="1"/>
            <a:r>
              <a:rPr kumimoji="1" lang="ja-JP" altLang="en-US"/>
              <a:t>テキスト</a:t>
            </a:r>
            <a:endParaRPr kumimoji="1" lang="en-US" altLang="ja-JP" dirty="0"/>
          </a:p>
          <a:p>
            <a:pPr lvl="2"/>
            <a:r>
              <a:rPr kumimoji="1" lang="ja-JP" altLang="en-US"/>
              <a:t>テキスト</a:t>
            </a:r>
            <a:endParaRPr kumimoji="1" lang="en-US" altLang="ja-JP" dirty="0"/>
          </a:p>
          <a:p>
            <a:pPr lvl="3"/>
            <a:r>
              <a:rPr kumimoji="1" lang="ja-JP" altLang="en-US"/>
              <a:t>テキスト</a:t>
            </a:r>
            <a:endParaRPr kumimoji="1" lang="en-US" altLang="ja-JP" dirty="0"/>
          </a:p>
          <a:p>
            <a:pPr lvl="4"/>
            <a:r>
              <a:rPr kumimoji="1" lang="ja-JP" altLang="en-US"/>
              <a:t>テキスト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01430361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企業理念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DAB09168-8AD5-76C8-00CF-71388BFA2726}"/>
              </a:ext>
            </a:extLst>
          </p:cNvPr>
          <p:cNvSpPr txBox="1">
            <a:spLocks/>
          </p:cNvSpPr>
          <p:nvPr userDrawn="1"/>
        </p:nvSpPr>
        <p:spPr>
          <a:xfrm>
            <a:off x="325402" y="6394865"/>
            <a:ext cx="2743200" cy="33193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304670" rtl="0" eaLnBrk="1" latinLnBrk="0" hangingPunct="1">
              <a:defRPr sz="2000" b="0" i="0" kern="1200">
                <a:solidFill>
                  <a:srgbClr val="003D86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  <a:cs typeface="+mn-cs"/>
              </a:defRPr>
            </a:lvl1pPr>
            <a:lvl2pPr marL="30467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336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00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8672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34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007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267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7344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kumimoji="1" lang="en" altLang="ja-JP" sz="700" dirty="0">
                <a:solidFill>
                  <a:schemeClr val="tx1"/>
                </a:solidFill>
              </a:rPr>
              <a:t>ⓒ ITOCHU Techno-Solutions Corporation</a:t>
            </a:r>
            <a:endParaRPr kumimoji="1" lang="ja-JP" altLang="en-US" sz="700">
              <a:solidFill>
                <a:schemeClr val="tx1"/>
              </a:solidFill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8FBE7E88-E2C1-A3BE-E534-37187DF2CFDD}"/>
              </a:ext>
            </a:extLst>
          </p:cNvPr>
          <p:cNvSpPr txBox="1">
            <a:spLocks/>
          </p:cNvSpPr>
          <p:nvPr userDrawn="1"/>
        </p:nvSpPr>
        <p:spPr>
          <a:xfrm>
            <a:off x="9133618" y="6326799"/>
            <a:ext cx="2743200" cy="299462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304670" rtl="0" eaLnBrk="1" latinLnBrk="0" hangingPunct="1">
              <a:defRPr sz="1600" b="0" i="0" kern="1200">
                <a:solidFill>
                  <a:srgbClr val="003D86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  <a:cs typeface="+mn-cs"/>
              </a:defRPr>
            </a:lvl1pPr>
            <a:lvl2pPr marL="30467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336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00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8672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34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007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267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7344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61D7DA0-AA9A-8342-BE3E-6EB34F8DE2BC}" type="slidenum">
              <a:rPr kumimoji="1" lang="ja-JP" altLang="en-US" sz="1600" smtClean="0">
                <a:solidFill>
                  <a:schemeClr val="tx1"/>
                </a:solidFill>
              </a:rPr>
              <a:pPr/>
              <a:t>‹#›</a:t>
            </a:fld>
            <a:endParaRPr kumimoji="1" lang="ja-JP" altLang="en-US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655670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裏表紙（企業理念）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101381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裏表紙（企業理念）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8544705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裏表紙（企業理念）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7562965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slideLayout" Target="../slideLayouts/slideLayout10.xml"/><Relationship Id="rId3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5.xml"/><Relationship Id="rId8" Type="http://schemas.openxmlformats.org/officeDocument/2006/relationships/slideLayout" Target="../slideLayouts/slideLayout16.xml"/><Relationship Id="rId9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0.xml"/><Relationship Id="rId13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slideLayout" Target="../slideLayouts/slideLayout22.xml"/><Relationship Id="rId3" Type="http://schemas.openxmlformats.org/officeDocument/2006/relationships/slideLayout" Target="../slideLayouts/slideLayout23.xml"/><Relationship Id="rId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25.xml"/><Relationship Id="rId6" Type="http://schemas.openxmlformats.org/officeDocument/2006/relationships/slideLayout" Target="../slideLayouts/slideLayout26.xml"/><Relationship Id="rId7" Type="http://schemas.openxmlformats.org/officeDocument/2006/relationships/slideLayout" Target="../slideLayouts/slideLayout27.xml"/><Relationship Id="rId8" Type="http://schemas.openxmlformats.org/officeDocument/2006/relationships/slideLayout" Target="../slideLayouts/slideLayout28.xml"/><Relationship Id="rId9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2.xml"/><Relationship Id="rId13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3D8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>
            <a:extLst>
              <a:ext uri="{FF2B5EF4-FFF2-40B4-BE49-F238E27FC236}">
                <a16:creationId xmlns:a16="http://schemas.microsoft.com/office/drawing/2014/main" id="{00313959-3595-5645-CE7E-5EB9586AC0E5}"/>
              </a:ext>
            </a:extLst>
          </p:cNvPr>
          <p:cNvGrpSpPr/>
          <p:nvPr userDrawn="1"/>
        </p:nvGrpSpPr>
        <p:grpSpPr>
          <a:xfrm>
            <a:off x="-917979" y="0"/>
            <a:ext cx="285713" cy="6858000"/>
            <a:chOff x="-917979" y="0"/>
            <a:chExt cx="285713" cy="6858000"/>
          </a:xfrm>
        </p:grpSpPr>
        <p:sp>
          <p:nvSpPr>
            <p:cNvPr id="37" name="円/楕円 2">
              <a:extLst>
                <a:ext uri="{FF2B5EF4-FFF2-40B4-BE49-F238E27FC236}">
                  <a16:creationId xmlns:a16="http://schemas.microsoft.com/office/drawing/2014/main" id="{ABE31584-00D5-3892-B76D-18BDFE0E5076}"/>
                </a:ext>
              </a:extLst>
            </p:cNvPr>
            <p:cNvSpPr/>
            <p:nvPr userDrawn="1"/>
          </p:nvSpPr>
          <p:spPr>
            <a:xfrm>
              <a:off x="-917979" y="0"/>
              <a:ext cx="285713" cy="285750"/>
            </a:xfrm>
            <a:prstGeom prst="ellipse">
              <a:avLst/>
            </a:prstGeom>
            <a:solidFill>
              <a:srgbClr val="005CC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38" name="円/楕円 3">
              <a:extLst>
                <a:ext uri="{FF2B5EF4-FFF2-40B4-BE49-F238E27FC236}">
                  <a16:creationId xmlns:a16="http://schemas.microsoft.com/office/drawing/2014/main" id="{A507B240-1239-4876-7B1F-37D8456C65EA}"/>
                </a:ext>
              </a:extLst>
            </p:cNvPr>
            <p:cNvSpPr/>
            <p:nvPr userDrawn="1"/>
          </p:nvSpPr>
          <p:spPr>
            <a:xfrm>
              <a:off x="-917979" y="410766"/>
              <a:ext cx="285713" cy="285750"/>
            </a:xfrm>
            <a:prstGeom prst="ellipse">
              <a:avLst/>
            </a:prstGeom>
            <a:solidFill>
              <a:srgbClr val="4C8DD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39" name="円/楕円 4">
              <a:extLst>
                <a:ext uri="{FF2B5EF4-FFF2-40B4-BE49-F238E27FC236}">
                  <a16:creationId xmlns:a16="http://schemas.microsoft.com/office/drawing/2014/main" id="{3ACA4123-3761-0AF2-E223-BFECA1DCED87}"/>
                </a:ext>
              </a:extLst>
            </p:cNvPr>
            <p:cNvSpPr/>
            <p:nvPr userDrawn="1"/>
          </p:nvSpPr>
          <p:spPr>
            <a:xfrm>
              <a:off x="-917979" y="821532"/>
              <a:ext cx="285713" cy="285750"/>
            </a:xfrm>
            <a:prstGeom prst="ellipse">
              <a:avLst/>
            </a:prstGeom>
            <a:solidFill>
              <a:srgbClr val="99BEE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40" name="円/楕円 5">
              <a:extLst>
                <a:ext uri="{FF2B5EF4-FFF2-40B4-BE49-F238E27FC236}">
                  <a16:creationId xmlns:a16="http://schemas.microsoft.com/office/drawing/2014/main" id="{176D67E3-CA67-BE81-B93C-3497F0442F3D}"/>
                </a:ext>
              </a:extLst>
            </p:cNvPr>
            <p:cNvSpPr/>
            <p:nvPr userDrawn="1"/>
          </p:nvSpPr>
          <p:spPr>
            <a:xfrm>
              <a:off x="-917979" y="1232298"/>
              <a:ext cx="285713" cy="285750"/>
            </a:xfrm>
            <a:prstGeom prst="ellipse">
              <a:avLst/>
            </a:prstGeom>
            <a:solidFill>
              <a:srgbClr val="013D8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41" name="円/楕円 7">
              <a:extLst>
                <a:ext uri="{FF2B5EF4-FFF2-40B4-BE49-F238E27FC236}">
                  <a16:creationId xmlns:a16="http://schemas.microsoft.com/office/drawing/2014/main" id="{C5DAC311-296E-44C9-C24F-1DC52D225E3D}"/>
                </a:ext>
              </a:extLst>
            </p:cNvPr>
            <p:cNvSpPr/>
            <p:nvPr userDrawn="1"/>
          </p:nvSpPr>
          <p:spPr>
            <a:xfrm>
              <a:off x="-917979" y="1643064"/>
              <a:ext cx="285713" cy="285750"/>
            </a:xfrm>
            <a:prstGeom prst="ellipse">
              <a:avLst/>
            </a:prstGeom>
            <a:solidFill>
              <a:srgbClr val="00255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42" name="円/楕円 8">
              <a:extLst>
                <a:ext uri="{FF2B5EF4-FFF2-40B4-BE49-F238E27FC236}">
                  <a16:creationId xmlns:a16="http://schemas.microsoft.com/office/drawing/2014/main" id="{D80BCC88-4F50-AD3D-7A85-0A81005BCB21}"/>
                </a:ext>
              </a:extLst>
            </p:cNvPr>
            <p:cNvSpPr/>
            <p:nvPr userDrawn="1"/>
          </p:nvSpPr>
          <p:spPr>
            <a:xfrm>
              <a:off x="-917979" y="2053830"/>
              <a:ext cx="285713" cy="285750"/>
            </a:xfrm>
            <a:prstGeom prst="ellipse">
              <a:avLst/>
            </a:prstGeom>
            <a:solidFill>
              <a:srgbClr val="01B1C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43" name="円/楕円 9">
              <a:extLst>
                <a:ext uri="{FF2B5EF4-FFF2-40B4-BE49-F238E27FC236}">
                  <a16:creationId xmlns:a16="http://schemas.microsoft.com/office/drawing/2014/main" id="{8B77E202-15D9-E3C6-FCEA-D41621B847BC}"/>
                </a:ext>
              </a:extLst>
            </p:cNvPr>
            <p:cNvSpPr/>
            <p:nvPr userDrawn="1"/>
          </p:nvSpPr>
          <p:spPr>
            <a:xfrm>
              <a:off x="-917979" y="2464596"/>
              <a:ext cx="285713" cy="285750"/>
            </a:xfrm>
            <a:prstGeom prst="ellipse">
              <a:avLst/>
            </a:prstGeom>
            <a:solidFill>
              <a:srgbClr val="65D1E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44" name="円/楕円 10">
              <a:extLst>
                <a:ext uri="{FF2B5EF4-FFF2-40B4-BE49-F238E27FC236}">
                  <a16:creationId xmlns:a16="http://schemas.microsoft.com/office/drawing/2014/main" id="{4E904ED8-3939-FD5F-36E2-96DE5CE244F7}"/>
                </a:ext>
              </a:extLst>
            </p:cNvPr>
            <p:cNvSpPr/>
            <p:nvPr userDrawn="1"/>
          </p:nvSpPr>
          <p:spPr>
            <a:xfrm>
              <a:off x="-917979" y="2875362"/>
              <a:ext cx="285713" cy="285750"/>
            </a:xfrm>
            <a:prstGeom prst="ellipse">
              <a:avLst/>
            </a:prstGeom>
            <a:solidFill>
              <a:srgbClr val="CDEFF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45" name="円/楕円 11">
              <a:extLst>
                <a:ext uri="{FF2B5EF4-FFF2-40B4-BE49-F238E27FC236}">
                  <a16:creationId xmlns:a16="http://schemas.microsoft.com/office/drawing/2014/main" id="{DD106B1B-7319-0EF5-F0DD-564E70FB9D39}"/>
                </a:ext>
              </a:extLst>
            </p:cNvPr>
            <p:cNvSpPr/>
            <p:nvPr userDrawn="1"/>
          </p:nvSpPr>
          <p:spPr>
            <a:xfrm>
              <a:off x="-917979" y="3286128"/>
              <a:ext cx="285713" cy="285750"/>
            </a:xfrm>
            <a:prstGeom prst="ellipse">
              <a:avLst/>
            </a:prstGeom>
            <a:solidFill>
              <a:srgbClr val="00924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46" name="円/楕円 12">
              <a:extLst>
                <a:ext uri="{FF2B5EF4-FFF2-40B4-BE49-F238E27FC236}">
                  <a16:creationId xmlns:a16="http://schemas.microsoft.com/office/drawing/2014/main" id="{CB138678-07E2-8EF3-F00B-0F7E211246E0}"/>
                </a:ext>
              </a:extLst>
            </p:cNvPr>
            <p:cNvSpPr/>
            <p:nvPr userDrawn="1"/>
          </p:nvSpPr>
          <p:spPr>
            <a:xfrm>
              <a:off x="-917979" y="3696894"/>
              <a:ext cx="285713" cy="285750"/>
            </a:xfrm>
            <a:prstGeom prst="ellipse">
              <a:avLst/>
            </a:prstGeom>
            <a:solidFill>
              <a:srgbClr val="66BE8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47" name="円/楕円 13">
              <a:extLst>
                <a:ext uri="{FF2B5EF4-FFF2-40B4-BE49-F238E27FC236}">
                  <a16:creationId xmlns:a16="http://schemas.microsoft.com/office/drawing/2014/main" id="{BC21D7A6-86C6-619C-BE35-B4DCCD4254E5}"/>
                </a:ext>
              </a:extLst>
            </p:cNvPr>
            <p:cNvSpPr/>
            <p:nvPr userDrawn="1"/>
          </p:nvSpPr>
          <p:spPr>
            <a:xfrm>
              <a:off x="-917979" y="4107660"/>
              <a:ext cx="285713" cy="285750"/>
            </a:xfrm>
            <a:prstGeom prst="ellipse">
              <a:avLst/>
            </a:prstGeom>
            <a:solidFill>
              <a:srgbClr val="CDE9D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48" name="円/楕円 14">
              <a:extLst>
                <a:ext uri="{FF2B5EF4-FFF2-40B4-BE49-F238E27FC236}">
                  <a16:creationId xmlns:a16="http://schemas.microsoft.com/office/drawing/2014/main" id="{2DE834EB-A6E8-EDB2-BC1E-1F84901496CA}"/>
                </a:ext>
              </a:extLst>
            </p:cNvPr>
            <p:cNvSpPr/>
            <p:nvPr userDrawn="1"/>
          </p:nvSpPr>
          <p:spPr>
            <a:xfrm>
              <a:off x="-917979" y="4518426"/>
              <a:ext cx="285713" cy="285750"/>
            </a:xfrm>
            <a:prstGeom prst="ellipse">
              <a:avLst/>
            </a:prstGeom>
            <a:solidFill>
              <a:srgbClr val="E8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49" name="円/楕円 15">
              <a:extLst>
                <a:ext uri="{FF2B5EF4-FFF2-40B4-BE49-F238E27FC236}">
                  <a16:creationId xmlns:a16="http://schemas.microsoft.com/office/drawing/2014/main" id="{65966DB2-D50E-BE01-B46C-09CA70B37D62}"/>
                </a:ext>
              </a:extLst>
            </p:cNvPr>
            <p:cNvSpPr/>
            <p:nvPr userDrawn="1"/>
          </p:nvSpPr>
          <p:spPr>
            <a:xfrm>
              <a:off x="-917979" y="4929192"/>
              <a:ext cx="285713" cy="285750"/>
            </a:xfrm>
            <a:prstGeom prst="ellipse">
              <a:avLst/>
            </a:prstGeom>
            <a:solidFill>
              <a:srgbClr val="F1666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50" name="円/楕円 16">
              <a:extLst>
                <a:ext uri="{FF2B5EF4-FFF2-40B4-BE49-F238E27FC236}">
                  <a16:creationId xmlns:a16="http://schemas.microsoft.com/office/drawing/2014/main" id="{3D29A6B3-3076-A1CF-B4B1-EF1799BB5BB3}"/>
                </a:ext>
              </a:extLst>
            </p:cNvPr>
            <p:cNvSpPr/>
            <p:nvPr userDrawn="1"/>
          </p:nvSpPr>
          <p:spPr>
            <a:xfrm>
              <a:off x="-917979" y="5339958"/>
              <a:ext cx="285713" cy="285750"/>
            </a:xfrm>
            <a:prstGeom prst="ellipse">
              <a:avLst/>
            </a:prstGeom>
            <a:solidFill>
              <a:srgbClr val="FBCD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51" name="円/楕円 17">
              <a:extLst>
                <a:ext uri="{FF2B5EF4-FFF2-40B4-BE49-F238E27FC236}">
                  <a16:creationId xmlns:a16="http://schemas.microsoft.com/office/drawing/2014/main" id="{96ABA53D-5B2F-C1D4-806D-04DDB91E86CA}"/>
                </a:ext>
              </a:extLst>
            </p:cNvPr>
            <p:cNvSpPr/>
            <p:nvPr userDrawn="1"/>
          </p:nvSpPr>
          <p:spPr>
            <a:xfrm>
              <a:off x="-917979" y="5750724"/>
              <a:ext cx="285713" cy="285750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52" name="円/楕円 18">
              <a:extLst>
                <a:ext uri="{FF2B5EF4-FFF2-40B4-BE49-F238E27FC236}">
                  <a16:creationId xmlns:a16="http://schemas.microsoft.com/office/drawing/2014/main" id="{D3A896FA-91B1-0739-8FA4-BD042A04358C}"/>
                </a:ext>
              </a:extLst>
            </p:cNvPr>
            <p:cNvSpPr/>
            <p:nvPr userDrawn="1"/>
          </p:nvSpPr>
          <p:spPr>
            <a:xfrm>
              <a:off x="-917979" y="6161490"/>
              <a:ext cx="285713" cy="285750"/>
            </a:xfrm>
            <a:prstGeom prst="ellipse">
              <a:avLst/>
            </a:prstGeom>
            <a:solidFill>
              <a:srgbClr val="FFFF6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53" name="円/楕円 19">
              <a:extLst>
                <a:ext uri="{FF2B5EF4-FFF2-40B4-BE49-F238E27FC236}">
                  <a16:creationId xmlns:a16="http://schemas.microsoft.com/office/drawing/2014/main" id="{04521FF1-B122-8E25-6E7E-6417972DC8D6}"/>
                </a:ext>
              </a:extLst>
            </p:cNvPr>
            <p:cNvSpPr/>
            <p:nvPr userDrawn="1"/>
          </p:nvSpPr>
          <p:spPr>
            <a:xfrm>
              <a:off x="-917979" y="6572250"/>
              <a:ext cx="285713" cy="285750"/>
            </a:xfrm>
            <a:prstGeom prst="ellipse">
              <a:avLst/>
            </a:prstGeom>
            <a:solidFill>
              <a:srgbClr val="FFFF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</p:grpSp>
    </p:spTree>
    <p:extLst>
      <p:ext uri="{BB962C8B-B14F-4D97-AF65-F5344CB8AC3E}">
        <p14:creationId xmlns:p14="http://schemas.microsoft.com/office/powerpoint/2010/main" val="448588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8" r:id="rId6"/>
    <p:sldLayoutId id="2147483659" r:id="rId7"/>
    <p:sldLayoutId id="2147483660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800">
          <p15:clr>
            <a:srgbClr val="F26B43"/>
          </p15:clr>
        </p15:guide>
        <p15:guide id="2" pos="512">
          <p15:clr>
            <a:srgbClr val="F26B43"/>
          </p15:clr>
        </p15:guide>
        <p15:guide id="3" pos="7168">
          <p15:clr>
            <a:srgbClr val="F26B43"/>
          </p15:clr>
        </p15:guide>
        <p15:guide id="4" orient="horz" pos="1094">
          <p15:clr>
            <a:srgbClr val="F26B43"/>
          </p15:clr>
        </p15:guide>
        <p15:guide id="5" orient="horz" pos="3914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A37D70F1-C0E9-37E7-DB98-20B05612A983}"/>
              </a:ext>
            </a:extLst>
          </p:cNvPr>
          <p:cNvGrpSpPr/>
          <p:nvPr userDrawn="1"/>
        </p:nvGrpSpPr>
        <p:grpSpPr>
          <a:xfrm>
            <a:off x="-917979" y="0"/>
            <a:ext cx="285713" cy="6858000"/>
            <a:chOff x="-917979" y="0"/>
            <a:chExt cx="285713" cy="6858000"/>
          </a:xfrm>
        </p:grpSpPr>
        <p:sp>
          <p:nvSpPr>
            <p:cNvPr id="3" name="円/楕円 2">
              <a:extLst>
                <a:ext uri="{FF2B5EF4-FFF2-40B4-BE49-F238E27FC236}">
                  <a16:creationId xmlns:a16="http://schemas.microsoft.com/office/drawing/2014/main" id="{7F497FEE-6CBA-6746-60B3-8358E62E694F}"/>
                </a:ext>
              </a:extLst>
            </p:cNvPr>
            <p:cNvSpPr/>
            <p:nvPr userDrawn="1"/>
          </p:nvSpPr>
          <p:spPr>
            <a:xfrm>
              <a:off x="-917979" y="0"/>
              <a:ext cx="285713" cy="285750"/>
            </a:xfrm>
            <a:prstGeom prst="ellipse">
              <a:avLst/>
            </a:prstGeom>
            <a:solidFill>
              <a:srgbClr val="005CC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4" name="円/楕円 3">
              <a:extLst>
                <a:ext uri="{FF2B5EF4-FFF2-40B4-BE49-F238E27FC236}">
                  <a16:creationId xmlns:a16="http://schemas.microsoft.com/office/drawing/2014/main" id="{2109506A-6E2C-72CC-437D-4B86CAE96C90}"/>
                </a:ext>
              </a:extLst>
            </p:cNvPr>
            <p:cNvSpPr/>
            <p:nvPr userDrawn="1"/>
          </p:nvSpPr>
          <p:spPr>
            <a:xfrm>
              <a:off x="-917979" y="410766"/>
              <a:ext cx="285713" cy="285750"/>
            </a:xfrm>
            <a:prstGeom prst="ellipse">
              <a:avLst/>
            </a:prstGeom>
            <a:solidFill>
              <a:srgbClr val="4C8DD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5" name="円/楕円 4">
              <a:extLst>
                <a:ext uri="{FF2B5EF4-FFF2-40B4-BE49-F238E27FC236}">
                  <a16:creationId xmlns:a16="http://schemas.microsoft.com/office/drawing/2014/main" id="{27A4A6F1-F83E-7015-7B11-9F9B9F8BB13A}"/>
                </a:ext>
              </a:extLst>
            </p:cNvPr>
            <p:cNvSpPr/>
            <p:nvPr userDrawn="1"/>
          </p:nvSpPr>
          <p:spPr>
            <a:xfrm>
              <a:off x="-917979" y="821532"/>
              <a:ext cx="285713" cy="285750"/>
            </a:xfrm>
            <a:prstGeom prst="ellipse">
              <a:avLst/>
            </a:prstGeom>
            <a:solidFill>
              <a:srgbClr val="99BEE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6" name="円/楕円 5">
              <a:extLst>
                <a:ext uri="{FF2B5EF4-FFF2-40B4-BE49-F238E27FC236}">
                  <a16:creationId xmlns:a16="http://schemas.microsoft.com/office/drawing/2014/main" id="{3197DD5C-F1A9-EF7A-9C50-DF67BA6F3EC8}"/>
                </a:ext>
              </a:extLst>
            </p:cNvPr>
            <p:cNvSpPr/>
            <p:nvPr userDrawn="1"/>
          </p:nvSpPr>
          <p:spPr>
            <a:xfrm>
              <a:off x="-917979" y="1232298"/>
              <a:ext cx="285713" cy="285750"/>
            </a:xfrm>
            <a:prstGeom prst="ellipse">
              <a:avLst/>
            </a:prstGeom>
            <a:solidFill>
              <a:srgbClr val="013D8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7" name="円/楕円 7">
              <a:extLst>
                <a:ext uri="{FF2B5EF4-FFF2-40B4-BE49-F238E27FC236}">
                  <a16:creationId xmlns:a16="http://schemas.microsoft.com/office/drawing/2014/main" id="{4D718768-3529-DF4B-EF42-037A26F7FBE1}"/>
                </a:ext>
              </a:extLst>
            </p:cNvPr>
            <p:cNvSpPr/>
            <p:nvPr userDrawn="1"/>
          </p:nvSpPr>
          <p:spPr>
            <a:xfrm>
              <a:off x="-917979" y="1643064"/>
              <a:ext cx="285713" cy="285750"/>
            </a:xfrm>
            <a:prstGeom prst="ellipse">
              <a:avLst/>
            </a:prstGeom>
            <a:solidFill>
              <a:srgbClr val="00255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8" name="円/楕円 8">
              <a:extLst>
                <a:ext uri="{FF2B5EF4-FFF2-40B4-BE49-F238E27FC236}">
                  <a16:creationId xmlns:a16="http://schemas.microsoft.com/office/drawing/2014/main" id="{F93E129A-7748-76D0-705D-079C79CC33F1}"/>
                </a:ext>
              </a:extLst>
            </p:cNvPr>
            <p:cNvSpPr/>
            <p:nvPr userDrawn="1"/>
          </p:nvSpPr>
          <p:spPr>
            <a:xfrm>
              <a:off x="-917979" y="2053830"/>
              <a:ext cx="285713" cy="285750"/>
            </a:xfrm>
            <a:prstGeom prst="ellipse">
              <a:avLst/>
            </a:prstGeom>
            <a:solidFill>
              <a:srgbClr val="01B1C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9" name="円/楕円 9">
              <a:extLst>
                <a:ext uri="{FF2B5EF4-FFF2-40B4-BE49-F238E27FC236}">
                  <a16:creationId xmlns:a16="http://schemas.microsoft.com/office/drawing/2014/main" id="{DBD749AA-9B38-B134-4254-728D3F032E21}"/>
                </a:ext>
              </a:extLst>
            </p:cNvPr>
            <p:cNvSpPr/>
            <p:nvPr userDrawn="1"/>
          </p:nvSpPr>
          <p:spPr>
            <a:xfrm>
              <a:off x="-917979" y="2464596"/>
              <a:ext cx="285713" cy="285750"/>
            </a:xfrm>
            <a:prstGeom prst="ellipse">
              <a:avLst/>
            </a:prstGeom>
            <a:solidFill>
              <a:srgbClr val="65D1E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10" name="円/楕円 10">
              <a:extLst>
                <a:ext uri="{FF2B5EF4-FFF2-40B4-BE49-F238E27FC236}">
                  <a16:creationId xmlns:a16="http://schemas.microsoft.com/office/drawing/2014/main" id="{CD30011A-6848-D437-349B-02562E71A561}"/>
                </a:ext>
              </a:extLst>
            </p:cNvPr>
            <p:cNvSpPr/>
            <p:nvPr userDrawn="1"/>
          </p:nvSpPr>
          <p:spPr>
            <a:xfrm>
              <a:off x="-917979" y="2875362"/>
              <a:ext cx="285713" cy="285750"/>
            </a:xfrm>
            <a:prstGeom prst="ellipse">
              <a:avLst/>
            </a:prstGeom>
            <a:solidFill>
              <a:srgbClr val="CDEFF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11" name="円/楕円 11">
              <a:extLst>
                <a:ext uri="{FF2B5EF4-FFF2-40B4-BE49-F238E27FC236}">
                  <a16:creationId xmlns:a16="http://schemas.microsoft.com/office/drawing/2014/main" id="{4228D969-21E2-1CA4-3763-4F55515CBBF9}"/>
                </a:ext>
              </a:extLst>
            </p:cNvPr>
            <p:cNvSpPr/>
            <p:nvPr userDrawn="1"/>
          </p:nvSpPr>
          <p:spPr>
            <a:xfrm>
              <a:off x="-917979" y="3286128"/>
              <a:ext cx="285713" cy="285750"/>
            </a:xfrm>
            <a:prstGeom prst="ellipse">
              <a:avLst/>
            </a:prstGeom>
            <a:solidFill>
              <a:srgbClr val="00924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12" name="円/楕円 12">
              <a:extLst>
                <a:ext uri="{FF2B5EF4-FFF2-40B4-BE49-F238E27FC236}">
                  <a16:creationId xmlns:a16="http://schemas.microsoft.com/office/drawing/2014/main" id="{5D948700-39F1-9997-656C-A8EE052F00B5}"/>
                </a:ext>
              </a:extLst>
            </p:cNvPr>
            <p:cNvSpPr/>
            <p:nvPr userDrawn="1"/>
          </p:nvSpPr>
          <p:spPr>
            <a:xfrm>
              <a:off x="-917979" y="3696894"/>
              <a:ext cx="285713" cy="285750"/>
            </a:xfrm>
            <a:prstGeom prst="ellipse">
              <a:avLst/>
            </a:prstGeom>
            <a:solidFill>
              <a:srgbClr val="66BE8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13" name="円/楕円 13">
              <a:extLst>
                <a:ext uri="{FF2B5EF4-FFF2-40B4-BE49-F238E27FC236}">
                  <a16:creationId xmlns:a16="http://schemas.microsoft.com/office/drawing/2014/main" id="{5F3DB0EA-35ED-34ED-2277-F5969D3AAD9A}"/>
                </a:ext>
              </a:extLst>
            </p:cNvPr>
            <p:cNvSpPr/>
            <p:nvPr userDrawn="1"/>
          </p:nvSpPr>
          <p:spPr>
            <a:xfrm>
              <a:off x="-917979" y="4107660"/>
              <a:ext cx="285713" cy="285750"/>
            </a:xfrm>
            <a:prstGeom prst="ellipse">
              <a:avLst/>
            </a:prstGeom>
            <a:solidFill>
              <a:srgbClr val="CDE9D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14" name="円/楕円 14">
              <a:extLst>
                <a:ext uri="{FF2B5EF4-FFF2-40B4-BE49-F238E27FC236}">
                  <a16:creationId xmlns:a16="http://schemas.microsoft.com/office/drawing/2014/main" id="{D45E6AE7-05B7-0E99-BA47-8F12F0E81568}"/>
                </a:ext>
              </a:extLst>
            </p:cNvPr>
            <p:cNvSpPr/>
            <p:nvPr userDrawn="1"/>
          </p:nvSpPr>
          <p:spPr>
            <a:xfrm>
              <a:off x="-917979" y="4518426"/>
              <a:ext cx="285713" cy="285750"/>
            </a:xfrm>
            <a:prstGeom prst="ellipse">
              <a:avLst/>
            </a:prstGeom>
            <a:solidFill>
              <a:srgbClr val="E8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15" name="円/楕円 15">
              <a:extLst>
                <a:ext uri="{FF2B5EF4-FFF2-40B4-BE49-F238E27FC236}">
                  <a16:creationId xmlns:a16="http://schemas.microsoft.com/office/drawing/2014/main" id="{18949516-C129-1249-0BB6-8116CEFC2341}"/>
                </a:ext>
              </a:extLst>
            </p:cNvPr>
            <p:cNvSpPr/>
            <p:nvPr userDrawn="1"/>
          </p:nvSpPr>
          <p:spPr>
            <a:xfrm>
              <a:off x="-917979" y="4929192"/>
              <a:ext cx="285713" cy="285750"/>
            </a:xfrm>
            <a:prstGeom prst="ellipse">
              <a:avLst/>
            </a:prstGeom>
            <a:solidFill>
              <a:srgbClr val="F1666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16" name="円/楕円 16">
              <a:extLst>
                <a:ext uri="{FF2B5EF4-FFF2-40B4-BE49-F238E27FC236}">
                  <a16:creationId xmlns:a16="http://schemas.microsoft.com/office/drawing/2014/main" id="{24295B99-6C72-C7D9-6281-5C9815900554}"/>
                </a:ext>
              </a:extLst>
            </p:cNvPr>
            <p:cNvSpPr/>
            <p:nvPr userDrawn="1"/>
          </p:nvSpPr>
          <p:spPr>
            <a:xfrm>
              <a:off x="-917979" y="5339958"/>
              <a:ext cx="285713" cy="285750"/>
            </a:xfrm>
            <a:prstGeom prst="ellipse">
              <a:avLst/>
            </a:prstGeom>
            <a:solidFill>
              <a:srgbClr val="FBCD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17" name="円/楕円 17">
              <a:extLst>
                <a:ext uri="{FF2B5EF4-FFF2-40B4-BE49-F238E27FC236}">
                  <a16:creationId xmlns:a16="http://schemas.microsoft.com/office/drawing/2014/main" id="{A4619A15-DC93-B63F-4D07-6EB74767692A}"/>
                </a:ext>
              </a:extLst>
            </p:cNvPr>
            <p:cNvSpPr/>
            <p:nvPr userDrawn="1"/>
          </p:nvSpPr>
          <p:spPr>
            <a:xfrm>
              <a:off x="-917979" y="5750724"/>
              <a:ext cx="285713" cy="285750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18" name="円/楕円 18">
              <a:extLst>
                <a:ext uri="{FF2B5EF4-FFF2-40B4-BE49-F238E27FC236}">
                  <a16:creationId xmlns:a16="http://schemas.microsoft.com/office/drawing/2014/main" id="{483FBED6-DC52-79BF-42AE-29B1852268EB}"/>
                </a:ext>
              </a:extLst>
            </p:cNvPr>
            <p:cNvSpPr/>
            <p:nvPr userDrawn="1"/>
          </p:nvSpPr>
          <p:spPr>
            <a:xfrm>
              <a:off x="-917979" y="6161490"/>
              <a:ext cx="285713" cy="285750"/>
            </a:xfrm>
            <a:prstGeom prst="ellipse">
              <a:avLst/>
            </a:prstGeom>
            <a:solidFill>
              <a:srgbClr val="FFFF6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19" name="円/楕円 19">
              <a:extLst>
                <a:ext uri="{FF2B5EF4-FFF2-40B4-BE49-F238E27FC236}">
                  <a16:creationId xmlns:a16="http://schemas.microsoft.com/office/drawing/2014/main" id="{F6169CB5-ABB6-B649-AE3A-FFD089372FCE}"/>
                </a:ext>
              </a:extLst>
            </p:cNvPr>
            <p:cNvSpPr/>
            <p:nvPr userDrawn="1"/>
          </p:nvSpPr>
          <p:spPr>
            <a:xfrm>
              <a:off x="-917979" y="6572250"/>
              <a:ext cx="285713" cy="285750"/>
            </a:xfrm>
            <a:prstGeom prst="ellipse">
              <a:avLst/>
            </a:prstGeom>
            <a:solidFill>
              <a:srgbClr val="FFFF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</p:grpSp>
    </p:spTree>
    <p:extLst>
      <p:ext uri="{BB962C8B-B14F-4D97-AF65-F5344CB8AC3E}">
        <p14:creationId xmlns:p14="http://schemas.microsoft.com/office/powerpoint/2010/main" val="3118544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87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800">
          <p15:clr>
            <a:srgbClr val="F26B43"/>
          </p15:clr>
        </p15:guide>
        <p15:guide id="2" pos="512">
          <p15:clr>
            <a:srgbClr val="F26B43"/>
          </p15:clr>
        </p15:guide>
        <p15:guide id="3" pos="7168">
          <p15:clr>
            <a:srgbClr val="F26B43"/>
          </p15:clr>
        </p15:guide>
        <p15:guide id="4" orient="horz" pos="1093">
          <p15:clr>
            <a:srgbClr val="F26B43"/>
          </p15:clr>
        </p15:guide>
        <p15:guide id="5" orient="horz" pos="3914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13D8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E20302F-3BDB-9993-A75E-94A06C2D5D77}"/>
              </a:ext>
            </a:extLst>
          </p:cNvPr>
          <p:cNvGrpSpPr/>
          <p:nvPr userDrawn="1"/>
        </p:nvGrpSpPr>
        <p:grpSpPr>
          <a:xfrm>
            <a:off x="-917979" y="0"/>
            <a:ext cx="285713" cy="6858000"/>
            <a:chOff x="-917979" y="0"/>
            <a:chExt cx="285713" cy="6858000"/>
          </a:xfrm>
        </p:grpSpPr>
        <p:sp>
          <p:nvSpPr>
            <p:cNvPr id="3" name="円/楕円 2">
              <a:extLst>
                <a:ext uri="{FF2B5EF4-FFF2-40B4-BE49-F238E27FC236}">
                  <a16:creationId xmlns:a16="http://schemas.microsoft.com/office/drawing/2014/main" id="{F8082FA4-CBDD-3DAB-8020-33D6617AF2D6}"/>
                </a:ext>
              </a:extLst>
            </p:cNvPr>
            <p:cNvSpPr/>
            <p:nvPr userDrawn="1"/>
          </p:nvSpPr>
          <p:spPr>
            <a:xfrm>
              <a:off x="-917979" y="0"/>
              <a:ext cx="285713" cy="285750"/>
            </a:xfrm>
            <a:prstGeom prst="ellipse">
              <a:avLst/>
            </a:prstGeom>
            <a:solidFill>
              <a:srgbClr val="005CC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4" name="円/楕円 3">
              <a:extLst>
                <a:ext uri="{FF2B5EF4-FFF2-40B4-BE49-F238E27FC236}">
                  <a16:creationId xmlns:a16="http://schemas.microsoft.com/office/drawing/2014/main" id="{46DCB74E-BBCF-76FF-46C4-41CEF445875F}"/>
                </a:ext>
              </a:extLst>
            </p:cNvPr>
            <p:cNvSpPr/>
            <p:nvPr userDrawn="1"/>
          </p:nvSpPr>
          <p:spPr>
            <a:xfrm>
              <a:off x="-917979" y="410766"/>
              <a:ext cx="285713" cy="285750"/>
            </a:xfrm>
            <a:prstGeom prst="ellipse">
              <a:avLst/>
            </a:prstGeom>
            <a:solidFill>
              <a:srgbClr val="4C8DD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5" name="円/楕円 4">
              <a:extLst>
                <a:ext uri="{FF2B5EF4-FFF2-40B4-BE49-F238E27FC236}">
                  <a16:creationId xmlns:a16="http://schemas.microsoft.com/office/drawing/2014/main" id="{3CABD32D-2E50-B0BA-5A60-83111939D5F4}"/>
                </a:ext>
              </a:extLst>
            </p:cNvPr>
            <p:cNvSpPr/>
            <p:nvPr userDrawn="1"/>
          </p:nvSpPr>
          <p:spPr>
            <a:xfrm>
              <a:off x="-917979" y="821532"/>
              <a:ext cx="285713" cy="285750"/>
            </a:xfrm>
            <a:prstGeom prst="ellipse">
              <a:avLst/>
            </a:prstGeom>
            <a:solidFill>
              <a:srgbClr val="99BEE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6" name="円/楕円 5">
              <a:extLst>
                <a:ext uri="{FF2B5EF4-FFF2-40B4-BE49-F238E27FC236}">
                  <a16:creationId xmlns:a16="http://schemas.microsoft.com/office/drawing/2014/main" id="{3A19B630-F41C-9471-BF33-17797B43D9F5}"/>
                </a:ext>
              </a:extLst>
            </p:cNvPr>
            <p:cNvSpPr/>
            <p:nvPr userDrawn="1"/>
          </p:nvSpPr>
          <p:spPr>
            <a:xfrm>
              <a:off x="-917979" y="1232298"/>
              <a:ext cx="285713" cy="285750"/>
            </a:xfrm>
            <a:prstGeom prst="ellipse">
              <a:avLst/>
            </a:prstGeom>
            <a:solidFill>
              <a:srgbClr val="013D8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7" name="円/楕円 7">
              <a:extLst>
                <a:ext uri="{FF2B5EF4-FFF2-40B4-BE49-F238E27FC236}">
                  <a16:creationId xmlns:a16="http://schemas.microsoft.com/office/drawing/2014/main" id="{569C745B-7C53-AE63-EC31-598119737CE0}"/>
                </a:ext>
              </a:extLst>
            </p:cNvPr>
            <p:cNvSpPr/>
            <p:nvPr userDrawn="1"/>
          </p:nvSpPr>
          <p:spPr>
            <a:xfrm>
              <a:off x="-917979" y="1643064"/>
              <a:ext cx="285713" cy="285750"/>
            </a:xfrm>
            <a:prstGeom prst="ellipse">
              <a:avLst/>
            </a:prstGeom>
            <a:solidFill>
              <a:srgbClr val="00255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8" name="円/楕円 8">
              <a:extLst>
                <a:ext uri="{FF2B5EF4-FFF2-40B4-BE49-F238E27FC236}">
                  <a16:creationId xmlns:a16="http://schemas.microsoft.com/office/drawing/2014/main" id="{4AC2558D-D477-2F9E-A4EF-AC643202F3DD}"/>
                </a:ext>
              </a:extLst>
            </p:cNvPr>
            <p:cNvSpPr/>
            <p:nvPr userDrawn="1"/>
          </p:nvSpPr>
          <p:spPr>
            <a:xfrm>
              <a:off x="-917979" y="2053830"/>
              <a:ext cx="285713" cy="285750"/>
            </a:xfrm>
            <a:prstGeom prst="ellipse">
              <a:avLst/>
            </a:prstGeom>
            <a:solidFill>
              <a:srgbClr val="01B1C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9" name="円/楕円 9">
              <a:extLst>
                <a:ext uri="{FF2B5EF4-FFF2-40B4-BE49-F238E27FC236}">
                  <a16:creationId xmlns:a16="http://schemas.microsoft.com/office/drawing/2014/main" id="{4A9F4AAF-434F-0C0C-8D8D-67F1F5B1C698}"/>
                </a:ext>
              </a:extLst>
            </p:cNvPr>
            <p:cNvSpPr/>
            <p:nvPr userDrawn="1"/>
          </p:nvSpPr>
          <p:spPr>
            <a:xfrm>
              <a:off x="-917979" y="2464596"/>
              <a:ext cx="285713" cy="285750"/>
            </a:xfrm>
            <a:prstGeom prst="ellipse">
              <a:avLst/>
            </a:prstGeom>
            <a:solidFill>
              <a:srgbClr val="65D1E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10" name="円/楕円 10">
              <a:extLst>
                <a:ext uri="{FF2B5EF4-FFF2-40B4-BE49-F238E27FC236}">
                  <a16:creationId xmlns:a16="http://schemas.microsoft.com/office/drawing/2014/main" id="{F905B6D0-3D2E-A80A-C0E3-3ABC8994451E}"/>
                </a:ext>
              </a:extLst>
            </p:cNvPr>
            <p:cNvSpPr/>
            <p:nvPr userDrawn="1"/>
          </p:nvSpPr>
          <p:spPr>
            <a:xfrm>
              <a:off x="-917979" y="2875362"/>
              <a:ext cx="285713" cy="285750"/>
            </a:xfrm>
            <a:prstGeom prst="ellipse">
              <a:avLst/>
            </a:prstGeom>
            <a:solidFill>
              <a:srgbClr val="CDEFF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11" name="円/楕円 11">
              <a:extLst>
                <a:ext uri="{FF2B5EF4-FFF2-40B4-BE49-F238E27FC236}">
                  <a16:creationId xmlns:a16="http://schemas.microsoft.com/office/drawing/2014/main" id="{E75BD1C2-1181-73E1-E908-6C953D561E9D}"/>
                </a:ext>
              </a:extLst>
            </p:cNvPr>
            <p:cNvSpPr/>
            <p:nvPr userDrawn="1"/>
          </p:nvSpPr>
          <p:spPr>
            <a:xfrm>
              <a:off x="-917979" y="3286128"/>
              <a:ext cx="285713" cy="285750"/>
            </a:xfrm>
            <a:prstGeom prst="ellipse">
              <a:avLst/>
            </a:prstGeom>
            <a:solidFill>
              <a:srgbClr val="00924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12" name="円/楕円 12">
              <a:extLst>
                <a:ext uri="{FF2B5EF4-FFF2-40B4-BE49-F238E27FC236}">
                  <a16:creationId xmlns:a16="http://schemas.microsoft.com/office/drawing/2014/main" id="{2E15A51D-D488-5052-2E9B-D250F9ABFA53}"/>
                </a:ext>
              </a:extLst>
            </p:cNvPr>
            <p:cNvSpPr/>
            <p:nvPr userDrawn="1"/>
          </p:nvSpPr>
          <p:spPr>
            <a:xfrm>
              <a:off x="-917979" y="3696894"/>
              <a:ext cx="285713" cy="285750"/>
            </a:xfrm>
            <a:prstGeom prst="ellipse">
              <a:avLst/>
            </a:prstGeom>
            <a:solidFill>
              <a:srgbClr val="66BE8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13" name="円/楕円 13">
              <a:extLst>
                <a:ext uri="{FF2B5EF4-FFF2-40B4-BE49-F238E27FC236}">
                  <a16:creationId xmlns:a16="http://schemas.microsoft.com/office/drawing/2014/main" id="{6DDE4540-5D04-C5E2-D47A-04CFD7C6F934}"/>
                </a:ext>
              </a:extLst>
            </p:cNvPr>
            <p:cNvSpPr/>
            <p:nvPr userDrawn="1"/>
          </p:nvSpPr>
          <p:spPr>
            <a:xfrm>
              <a:off x="-917979" y="4107660"/>
              <a:ext cx="285713" cy="285750"/>
            </a:xfrm>
            <a:prstGeom prst="ellipse">
              <a:avLst/>
            </a:prstGeom>
            <a:solidFill>
              <a:srgbClr val="CDE9D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14" name="円/楕円 14">
              <a:extLst>
                <a:ext uri="{FF2B5EF4-FFF2-40B4-BE49-F238E27FC236}">
                  <a16:creationId xmlns:a16="http://schemas.microsoft.com/office/drawing/2014/main" id="{496FE845-72BB-A4B2-F53E-33ADD2CA3494}"/>
                </a:ext>
              </a:extLst>
            </p:cNvPr>
            <p:cNvSpPr/>
            <p:nvPr userDrawn="1"/>
          </p:nvSpPr>
          <p:spPr>
            <a:xfrm>
              <a:off x="-917979" y="4518426"/>
              <a:ext cx="285713" cy="285750"/>
            </a:xfrm>
            <a:prstGeom prst="ellipse">
              <a:avLst/>
            </a:prstGeom>
            <a:solidFill>
              <a:srgbClr val="E8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15" name="円/楕円 15">
              <a:extLst>
                <a:ext uri="{FF2B5EF4-FFF2-40B4-BE49-F238E27FC236}">
                  <a16:creationId xmlns:a16="http://schemas.microsoft.com/office/drawing/2014/main" id="{E6EB06E6-0A95-A670-00C4-B1E0BD2DBA54}"/>
                </a:ext>
              </a:extLst>
            </p:cNvPr>
            <p:cNvSpPr/>
            <p:nvPr userDrawn="1"/>
          </p:nvSpPr>
          <p:spPr>
            <a:xfrm>
              <a:off x="-917979" y="4929192"/>
              <a:ext cx="285713" cy="285750"/>
            </a:xfrm>
            <a:prstGeom prst="ellipse">
              <a:avLst/>
            </a:prstGeom>
            <a:solidFill>
              <a:srgbClr val="F1666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16" name="円/楕円 16">
              <a:extLst>
                <a:ext uri="{FF2B5EF4-FFF2-40B4-BE49-F238E27FC236}">
                  <a16:creationId xmlns:a16="http://schemas.microsoft.com/office/drawing/2014/main" id="{99D9585D-C839-28CC-8652-6119118B9877}"/>
                </a:ext>
              </a:extLst>
            </p:cNvPr>
            <p:cNvSpPr/>
            <p:nvPr userDrawn="1"/>
          </p:nvSpPr>
          <p:spPr>
            <a:xfrm>
              <a:off x="-917979" y="5339958"/>
              <a:ext cx="285713" cy="285750"/>
            </a:xfrm>
            <a:prstGeom prst="ellipse">
              <a:avLst/>
            </a:prstGeom>
            <a:solidFill>
              <a:srgbClr val="FBCD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17" name="円/楕円 17">
              <a:extLst>
                <a:ext uri="{FF2B5EF4-FFF2-40B4-BE49-F238E27FC236}">
                  <a16:creationId xmlns:a16="http://schemas.microsoft.com/office/drawing/2014/main" id="{90F1ACE2-2A42-8CBE-B448-F4D96220590B}"/>
                </a:ext>
              </a:extLst>
            </p:cNvPr>
            <p:cNvSpPr/>
            <p:nvPr userDrawn="1"/>
          </p:nvSpPr>
          <p:spPr>
            <a:xfrm>
              <a:off x="-917979" y="5750724"/>
              <a:ext cx="285713" cy="285750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18" name="円/楕円 18">
              <a:extLst>
                <a:ext uri="{FF2B5EF4-FFF2-40B4-BE49-F238E27FC236}">
                  <a16:creationId xmlns:a16="http://schemas.microsoft.com/office/drawing/2014/main" id="{44C76DAA-216A-1AF7-E579-18BBFD928EFA}"/>
                </a:ext>
              </a:extLst>
            </p:cNvPr>
            <p:cNvSpPr/>
            <p:nvPr userDrawn="1"/>
          </p:nvSpPr>
          <p:spPr>
            <a:xfrm>
              <a:off x="-917979" y="6161490"/>
              <a:ext cx="285713" cy="285750"/>
            </a:xfrm>
            <a:prstGeom prst="ellipse">
              <a:avLst/>
            </a:prstGeom>
            <a:solidFill>
              <a:srgbClr val="FFFF6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19" name="円/楕円 19">
              <a:extLst>
                <a:ext uri="{FF2B5EF4-FFF2-40B4-BE49-F238E27FC236}">
                  <a16:creationId xmlns:a16="http://schemas.microsoft.com/office/drawing/2014/main" id="{DA82447E-F921-C06C-D9DA-0DBF95ED2ADD}"/>
                </a:ext>
              </a:extLst>
            </p:cNvPr>
            <p:cNvSpPr/>
            <p:nvPr userDrawn="1"/>
          </p:nvSpPr>
          <p:spPr>
            <a:xfrm>
              <a:off x="-917979" y="6572250"/>
              <a:ext cx="285713" cy="285750"/>
            </a:xfrm>
            <a:prstGeom prst="ellipse">
              <a:avLst/>
            </a:prstGeom>
            <a:solidFill>
              <a:srgbClr val="FFFF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</p:grpSp>
    </p:spTree>
    <p:extLst>
      <p:ext uri="{BB962C8B-B14F-4D97-AF65-F5344CB8AC3E}">
        <p14:creationId xmlns:p14="http://schemas.microsoft.com/office/powerpoint/2010/main" val="1118539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800">
          <p15:clr>
            <a:srgbClr val="F26B43"/>
          </p15:clr>
        </p15:guide>
        <p15:guide id="2" pos="512">
          <p15:clr>
            <a:srgbClr val="F26B43"/>
          </p15:clr>
        </p15:guide>
        <p15:guide id="3" pos="7168">
          <p15:clr>
            <a:srgbClr val="F26B43"/>
          </p15:clr>
        </p15:guide>
        <p15:guide id="4" orient="horz" pos="1094">
          <p15:clr>
            <a:srgbClr val="F26B43"/>
          </p15:clr>
        </p15:guide>
        <p15:guide id="5" orient="horz" pos="3914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米国選抜研修 報告書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【20XX年XX月XX日】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FY26 情通事業G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01</a:t>
            </a:r>
          </a:p>
          <a:p>
            <a:r>
              <a:t>02</a:t>
            </a:r>
          </a:p>
          <a:p>
            <a:r>
              <a:t>03</a:t>
            </a:r>
          </a:p>
          <a:p>
            <a:r>
              <a:t>04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研修目的</a:t>
            </a:r>
          </a:p>
          <a:p>
            <a:r>
              <a:t>スケジュール概要/参加者</a:t>
            </a:r>
          </a:p>
          <a:p>
            <a:r>
              <a:t>訪問先概要(CES・訪問ベンダー)</a:t>
            </a:r>
          </a:p>
          <a:p>
            <a:r>
              <a:t>所感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目次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1. 研修目的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3816" y="1371600"/>
            <a:ext cx="10561320" cy="4754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003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/>
          <a:lstStyle/>
          <a:p>
            <a:pPr algn="l"/>
            <a:r>
              <a:rPr sz="1800">
                <a:solidFill>
                  <a:srgbClr val="7F7F7F"/>
                </a:solidFill>
              </a:rPr>
              <a:t>•  【研修目的1】</a:t>
            </a:r>
          </a:p>
          <a:p>
            <a:pPr algn="l"/>
            <a:r>
              <a:rPr sz="1800">
                <a:solidFill>
                  <a:srgbClr val="7F7F7F"/>
                </a:solidFill>
              </a:rPr>
              <a:t/>
            </a:r>
          </a:p>
          <a:p>
            <a:pPr algn="l"/>
            <a:r>
              <a:rPr sz="1800">
                <a:solidFill>
                  <a:srgbClr val="7F7F7F"/>
                </a:solidFill>
              </a:rPr>
              <a:t>•  【研修目的2】</a:t>
            </a:r>
          </a:p>
          <a:p>
            <a:pPr algn="l"/>
            <a:r>
              <a:rPr sz="1800">
                <a:solidFill>
                  <a:srgbClr val="7F7F7F"/>
                </a:solidFill>
              </a:rPr>
              <a:t/>
            </a:r>
          </a:p>
          <a:p>
            <a:pPr algn="l"/>
            <a:r>
              <a:rPr sz="1800">
                <a:solidFill>
                  <a:srgbClr val="7F7F7F"/>
                </a:solidFill>
              </a:rPr>
              <a:t>•  【研修目的3】</a:t>
            </a:r>
          </a:p>
          <a:p>
            <a:pPr algn="l"/>
            <a:r>
              <a:rPr sz="1800">
                <a:solidFill>
                  <a:srgbClr val="7F7F7F"/>
                </a:solidFill>
              </a:rPr>
              <a:t/>
            </a:r>
          </a:p>
          <a:p>
            <a:pPr algn="l"/>
            <a:r>
              <a:rPr sz="1800">
                <a:solidFill>
                  <a:srgbClr val="7F7F7F"/>
                </a:solidFill>
              </a:rPr>
              <a:t>•  【研修目的4】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2. スケジュール概要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3816" y="914400"/>
            <a:ext cx="10561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7F7F7F"/>
                </a:solidFill>
              </a:rPr>
              <a:t>◆ スケジュール : 2027年1月5日(火)〜1月14日(木)   【研修の概要を1行で。例: CES 視察と米国ベンダー訪問】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13816" y="1371600"/>
          <a:ext cx="10561320" cy="47274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640080"/>
                <a:gridCol w="2468880"/>
                <a:gridCol w="4023360"/>
                <a:gridCol w="2697480"/>
              </a:tblGrid>
              <a:tr h="42976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日付</a:t>
                      </a:r>
                    </a:p>
                  </a:txBody>
                  <a:tcPr anchor="ctr">
                    <a:solidFill>
                      <a:srgbClr val="003A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曜日</a:t>
                      </a:r>
                    </a:p>
                  </a:txBody>
                  <a:tcPr anchor="ctr">
                    <a:solidFill>
                      <a:srgbClr val="003A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午前</a:t>
                      </a:r>
                    </a:p>
                  </a:txBody>
                  <a:tcPr anchor="ctr">
                    <a:solidFill>
                      <a:srgbClr val="003A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午後</a:t>
                      </a:r>
                    </a:p>
                  </a:txBody>
                  <a:tcPr anchor="ctr">
                    <a:solidFill>
                      <a:srgbClr val="003A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宿泊</a:t>
                      </a:r>
                    </a:p>
                  </a:txBody>
                  <a:tcPr anchor="ctr">
                    <a:solidFill>
                      <a:srgbClr val="003A8C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</a:rPr>
                        <a:t>1/5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</a:rPr>
                        <a:t>火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</a:rPr>
                        <a:t>出国便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</a:rPr>
                        <a:t>NH008 成田→サンフランシスコ / UA661 →ラスベガス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</a:rPr>
                        <a:t>Mandalay Bay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</a:rPr>
                        <a:t>1/6</a:t>
                      </a:r>
                    </a:p>
                  </a:txBody>
                  <a:tcPr anchor="ctr">
                    <a:solidFill>
                      <a:srgbClr val="E6EC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</a:rPr>
                        <a:t>水</a:t>
                      </a:r>
                    </a:p>
                  </a:txBody>
                  <a:tcPr anchor="ctr">
                    <a:solidFill>
                      <a:srgbClr val="E6EC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7F7F7F"/>
                          </a:solidFill>
                        </a:rPr>
                        <a:t>【CES 1日目】</a:t>
                      </a:r>
                    </a:p>
                  </a:txBody>
                  <a:tcPr anchor="ctr">
                    <a:solidFill>
                      <a:srgbClr val="E6EC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7F7F7F"/>
                          </a:solidFill>
                        </a:rPr>
                        <a:t>【CES 1日目】</a:t>
                      </a:r>
                    </a:p>
                  </a:txBody>
                  <a:tcPr anchor="ctr">
                    <a:solidFill>
                      <a:srgbClr val="E6EC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</a:rPr>
                        <a:t>Mandalay Bay</a:t>
                      </a:r>
                    </a:p>
                  </a:txBody>
                  <a:tcPr anchor="ctr">
                    <a:solidFill>
                      <a:srgbClr val="E6ECF5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</a:rPr>
                        <a:t>1/7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</a:rPr>
                        <a:t>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7F7F7F"/>
                          </a:solidFill>
                        </a:rPr>
                        <a:t>【CES 2日目】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7F7F7F"/>
                          </a:solidFill>
                        </a:rPr>
                        <a:t>【CES 2日目】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</a:rPr>
                        <a:t>Mandalay Bay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</a:rPr>
                        <a:t>1/8</a:t>
                      </a:r>
                    </a:p>
                  </a:txBody>
                  <a:tcPr anchor="ctr">
                    <a:solidFill>
                      <a:srgbClr val="E6EC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</a:rPr>
                        <a:t>金</a:t>
                      </a:r>
                    </a:p>
                  </a:txBody>
                  <a:tcPr anchor="ctr">
                    <a:solidFill>
                      <a:srgbClr val="E6EC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7F7F7F"/>
                          </a:solidFill>
                        </a:rPr>
                        <a:t>【CES 3日目】</a:t>
                      </a:r>
                    </a:p>
                  </a:txBody>
                  <a:tcPr anchor="ctr">
                    <a:solidFill>
                      <a:srgbClr val="E6EC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7F7F7F"/>
                          </a:solidFill>
                        </a:rPr>
                        <a:t>【CES 3日目】</a:t>
                      </a:r>
                    </a:p>
                  </a:txBody>
                  <a:tcPr anchor="ctr">
                    <a:solidFill>
                      <a:srgbClr val="E6EC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</a:rPr>
                        <a:t>Mandalay Bay</a:t>
                      </a:r>
                    </a:p>
                  </a:txBody>
                  <a:tcPr anchor="ctr">
                    <a:solidFill>
                      <a:srgbClr val="E6ECF5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</a:rPr>
                        <a:t>1/9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</a:rPr>
                        <a:t>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7F7F7F"/>
                          </a:solidFill>
                        </a:rPr>
                        <a:t>【予定】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</a:rPr>
                        <a:t>WN2203 ラスベガス→サンフランシスコ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7F7F7F"/>
                          </a:solidFill>
                        </a:rPr>
                        <a:t>【サンフランシスコのホテル】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</a:rPr>
                        <a:t>1/10</a:t>
                      </a:r>
                    </a:p>
                  </a:txBody>
                  <a:tcPr anchor="ctr">
                    <a:solidFill>
                      <a:srgbClr val="E6EC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</a:rPr>
                        <a:t>日</a:t>
                      </a:r>
                    </a:p>
                  </a:txBody>
                  <a:tcPr anchor="ctr">
                    <a:solidFill>
                      <a:srgbClr val="E6EC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7F7F7F"/>
                          </a:solidFill>
                        </a:rPr>
                        <a:t>【予定】</a:t>
                      </a:r>
                    </a:p>
                  </a:txBody>
                  <a:tcPr anchor="ctr">
                    <a:solidFill>
                      <a:srgbClr val="E6EC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7F7F7F"/>
                          </a:solidFill>
                        </a:rPr>
                        <a:t>【予定】</a:t>
                      </a:r>
                    </a:p>
                  </a:txBody>
                  <a:tcPr anchor="ctr">
                    <a:solidFill>
                      <a:srgbClr val="E6EC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7F7F7F"/>
                          </a:solidFill>
                        </a:rPr>
                        <a:t>【サンフランシスコのホテル】</a:t>
                      </a:r>
                    </a:p>
                  </a:txBody>
                  <a:tcPr anchor="ctr">
                    <a:solidFill>
                      <a:srgbClr val="E6ECF5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</a:rPr>
                        <a:t>1/11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</a:rPr>
                        <a:t>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7F7F7F"/>
                          </a:solidFill>
                        </a:rPr>
                        <a:t>【予定】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7F7F7F"/>
                          </a:solidFill>
                        </a:rPr>
                        <a:t>【予定】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7F7F7F"/>
                          </a:solidFill>
                        </a:rPr>
                        <a:t>【サンフランシスコのホテル】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</a:rPr>
                        <a:t>1/12</a:t>
                      </a:r>
                    </a:p>
                  </a:txBody>
                  <a:tcPr anchor="ctr">
                    <a:solidFill>
                      <a:srgbClr val="E6EC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</a:rPr>
                        <a:t>火</a:t>
                      </a:r>
                    </a:p>
                  </a:txBody>
                  <a:tcPr anchor="ctr">
                    <a:solidFill>
                      <a:srgbClr val="E6EC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7F7F7F"/>
                          </a:solidFill>
                        </a:rPr>
                        <a:t>【予定】</a:t>
                      </a:r>
                    </a:p>
                  </a:txBody>
                  <a:tcPr anchor="ctr">
                    <a:solidFill>
                      <a:srgbClr val="E6EC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7F7F7F"/>
                          </a:solidFill>
                        </a:rPr>
                        <a:t>【予定】</a:t>
                      </a:r>
                    </a:p>
                  </a:txBody>
                  <a:tcPr anchor="ctr">
                    <a:solidFill>
                      <a:srgbClr val="E6EC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7F7F7F"/>
                          </a:solidFill>
                        </a:rPr>
                        <a:t>【サンフランシスコのホテル】</a:t>
                      </a:r>
                    </a:p>
                  </a:txBody>
                  <a:tcPr anchor="ctr">
                    <a:solidFill>
                      <a:srgbClr val="E6ECF5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</a:rPr>
                        <a:t>1/13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</a:rPr>
                        <a:t>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7F7F7F"/>
                          </a:solidFill>
                        </a:rPr>
                        <a:t>【予定】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</a:rPr>
                        <a:t>NH107 サンフランシスコ→羽田(帰国便)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</a:rPr>
                        <a:t>機内泊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</a:rPr>
                        <a:t>1/14</a:t>
                      </a:r>
                    </a:p>
                  </a:txBody>
                  <a:tcPr anchor="ctr">
                    <a:solidFill>
                      <a:srgbClr val="E6EC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</a:rPr>
                        <a:t>木</a:t>
                      </a:r>
                    </a:p>
                  </a:txBody>
                  <a:tcPr anchor="ctr">
                    <a:solidFill>
                      <a:srgbClr val="E6EC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</a:rPr>
                        <a:t>羽田着</a:t>
                      </a:r>
                    </a:p>
                  </a:txBody>
                  <a:tcPr anchor="ctr">
                    <a:solidFill>
                      <a:srgbClr val="E6EC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</a:rPr>
                        <a:t>帰宅</a:t>
                      </a:r>
                    </a:p>
                  </a:txBody>
                  <a:tcPr anchor="ctr">
                    <a:solidFill>
                      <a:srgbClr val="E6EC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rgbClr val="E6EC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2. 参加者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3816" y="914400"/>
            <a:ext cx="10561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7F7F7F"/>
                </a:solidFill>
              </a:rPr>
              <a:t>◆ 参加者 : 計7名【確定後に更新】</a:t>
            </a:r>
          </a:p>
          <a:p>
            <a:r>
              <a:rPr sz="1400" b="0">
                <a:solidFill>
                  <a:srgbClr val="7F7F7F"/>
                </a:solidFill>
              </a:rPr>
              <a:t>◆ 職種割合 : 営業3名、SE4名【確定後に更新】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13816" y="1691640"/>
          <a:ext cx="1056132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3291840"/>
                <a:gridCol w="3383280"/>
                <a:gridCol w="1737360"/>
                <a:gridCol w="1600200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 anchor="ctr">
                    <a:solidFill>
                      <a:srgbClr val="003A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本部</a:t>
                      </a:r>
                    </a:p>
                  </a:txBody>
                  <a:tcPr anchor="ctr">
                    <a:solidFill>
                      <a:srgbClr val="003A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部署</a:t>
                      </a:r>
                    </a:p>
                  </a:txBody>
                  <a:tcPr anchor="ctr">
                    <a:solidFill>
                      <a:srgbClr val="003A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名前</a:t>
                      </a:r>
                    </a:p>
                  </a:txBody>
                  <a:tcPr anchor="ctr">
                    <a:solidFill>
                      <a:srgbClr val="003A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役職</a:t>
                      </a:r>
                    </a:p>
                  </a:txBody>
                  <a:tcPr anchor="ctr">
                    <a:solidFill>
                      <a:srgbClr val="003A8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</a:rPr>
                        <a:t>情報通信第1本部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</a:rPr>
                        <a:t>テクニカルデザイン第4部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</a:rPr>
                        <a:t>神 崇人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</a:rPr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</a:rPr>
                        <a:t>2</a:t>
                      </a:r>
                    </a:p>
                  </a:txBody>
                  <a:tcPr anchor="ctr">
                    <a:solidFill>
                      <a:srgbClr val="E6EC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</a:rPr>
                        <a:t>情報通信第1本部</a:t>
                      </a:r>
                    </a:p>
                  </a:txBody>
                  <a:tcPr anchor="ctr">
                    <a:solidFill>
                      <a:srgbClr val="E6EC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</a:rPr>
                        <a:t>通信ビジネス営業第2部</a:t>
                      </a:r>
                    </a:p>
                  </a:txBody>
                  <a:tcPr anchor="ctr">
                    <a:solidFill>
                      <a:srgbClr val="E6EC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</a:rPr>
                        <a:t>正木 洋晃</a:t>
                      </a:r>
                    </a:p>
                  </a:txBody>
                  <a:tcPr anchor="ctr">
                    <a:solidFill>
                      <a:srgbClr val="E6EC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</a:rPr>
                        <a:t/>
                      </a:r>
                    </a:p>
                  </a:txBody>
                  <a:tcPr anchor="ctr">
                    <a:solidFill>
                      <a:srgbClr val="E6EC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</a:rPr>
                        <a:t>情報通信第3本部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</a:rPr>
                        <a:t>営業第1部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</a:rPr>
                        <a:t>平松 優季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</a:rPr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</a:rPr>
                        <a:t>4</a:t>
                      </a:r>
                    </a:p>
                  </a:txBody>
                  <a:tcPr anchor="ctr">
                    <a:solidFill>
                      <a:srgbClr val="E6EC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</a:rPr>
                        <a:t>モバイル&amp;サービス本部</a:t>
                      </a:r>
                    </a:p>
                  </a:txBody>
                  <a:tcPr anchor="ctr">
                    <a:solidFill>
                      <a:srgbClr val="E6EC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</a:rPr>
                        <a:t>デジタルテクノロジー第3部</a:t>
                      </a:r>
                    </a:p>
                  </a:txBody>
                  <a:tcPr anchor="ctr">
                    <a:solidFill>
                      <a:srgbClr val="E6EC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</a:rPr>
                        <a:t>岡崎 勇人</a:t>
                      </a:r>
                    </a:p>
                  </a:txBody>
                  <a:tcPr anchor="ctr">
                    <a:solidFill>
                      <a:srgbClr val="E6EC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</a:rPr>
                        <a:t>主任</a:t>
                      </a:r>
                    </a:p>
                  </a:txBody>
                  <a:tcPr anchor="ctr">
                    <a:solidFill>
                      <a:srgbClr val="E6EC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</a:rP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</a:rPr>
                        <a:t>SP・メディア技術第2部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</a:rPr>
                        <a:t>メディア技術第2本部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</a:rPr>
                        <a:t>菅野 海咲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</a:rPr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</a:rPr>
                        <a:t>6</a:t>
                      </a:r>
                    </a:p>
                  </a:txBody>
                  <a:tcPr anchor="ctr">
                    <a:solidFill>
                      <a:srgbClr val="E6EC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</a:rPr>
                        <a:t>情報通信ビジネス企画統括本部</a:t>
                      </a:r>
                    </a:p>
                  </a:txBody>
                  <a:tcPr anchor="ctr">
                    <a:solidFill>
                      <a:srgbClr val="E6EC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</a:rPr>
                        <a:t>情報通信事業開発部</a:t>
                      </a:r>
                    </a:p>
                  </a:txBody>
                  <a:tcPr anchor="ctr">
                    <a:solidFill>
                      <a:srgbClr val="E6EC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</a:rPr>
                        <a:t>川北 敬仁</a:t>
                      </a:r>
                    </a:p>
                  </a:txBody>
                  <a:tcPr anchor="ctr">
                    <a:solidFill>
                      <a:srgbClr val="E6EC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</a:rPr>
                        <a:t/>
                      </a:r>
                    </a:p>
                  </a:txBody>
                  <a:tcPr anchor="ctr">
                    <a:solidFill>
                      <a:srgbClr val="E6EC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</a:rP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</a:rPr>
                        <a:t>情報通信ビジネス企画統括本部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</a:rPr>
                        <a:t>情報通信事業開発部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</a:rPr>
                        <a:t>王 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</a:rPr>
                        <a:t>主任(リーダー)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3. CES 2027  1日目  【1/●】参加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3816" y="914400"/>
            <a:ext cx="10561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7F7F7F"/>
                </a:solidFill>
              </a:rPr>
              <a:t>◆ 【この日に参加した内容の概要。例: 基調講演、展示ブース視察、ベンダーとの面談】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" y="1417320"/>
            <a:ext cx="6309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7F7F7F"/>
                </a:solidFill>
              </a:rPr>
              <a:t>①  【時間】 【セッション / ブース名】</a:t>
            </a:r>
          </a:p>
          <a:p>
            <a:r>
              <a:rPr sz="1300" b="0">
                <a:solidFill>
                  <a:srgbClr val="7F7F7F"/>
                </a:solidFill>
              </a:rPr>
              <a:t>      【登壇者・担当者】</a:t>
            </a:r>
          </a:p>
          <a:p>
            <a:r>
              <a:rPr sz="1300" b="0">
                <a:solidFill>
                  <a:srgbClr val="7F7F7F"/>
                </a:solidFill>
              </a:rPr>
              <a:t>      【概要: 何が発表・展示されたか】</a:t>
            </a:r>
          </a:p>
          <a:p>
            <a:r>
              <a:rPr sz="1300" b="0">
                <a:solidFill>
                  <a:srgbClr val="262626"/>
                </a:solidFill>
              </a:rPr>
              <a:t/>
            </a:r>
          </a:p>
          <a:p>
            <a:r>
              <a:rPr sz="1300" b="0">
                <a:solidFill>
                  <a:srgbClr val="7F7F7F"/>
                </a:solidFill>
              </a:rPr>
              <a:t>②  【時間】 【セッション / ブース名】</a:t>
            </a:r>
          </a:p>
          <a:p>
            <a:r>
              <a:rPr sz="1300" b="0">
                <a:solidFill>
                  <a:srgbClr val="7F7F7F"/>
                </a:solidFill>
              </a:rPr>
              <a:t>      【登壇者・担当者】</a:t>
            </a:r>
          </a:p>
          <a:p>
            <a:r>
              <a:rPr sz="1300" b="0">
                <a:solidFill>
                  <a:srgbClr val="7F7F7F"/>
                </a:solidFill>
              </a:rPr>
              <a:t>      【概要】</a:t>
            </a:r>
          </a:p>
          <a:p>
            <a:r>
              <a:rPr sz="1300" b="0">
                <a:solidFill>
                  <a:srgbClr val="262626"/>
                </a:solidFill>
              </a:rPr>
              <a:t/>
            </a:r>
          </a:p>
          <a:p>
            <a:r>
              <a:rPr sz="1300" b="0">
                <a:solidFill>
                  <a:srgbClr val="7F7F7F"/>
                </a:solidFill>
              </a:rPr>
              <a:t>③  【時間】 【セッション / ブース名】</a:t>
            </a:r>
          </a:p>
          <a:p>
            <a:r>
              <a:rPr sz="1300" b="0">
                <a:solidFill>
                  <a:srgbClr val="7F7F7F"/>
                </a:solidFill>
              </a:rPr>
              <a:t>      【概要】</a:t>
            </a:r>
          </a:p>
        </p:txBody>
      </p:sp>
      <p:sp>
        <p:nvSpPr>
          <p:cNvPr id="5" name="Rectangle 4"/>
          <p:cNvSpPr/>
          <p:nvPr/>
        </p:nvSpPr>
        <p:spPr>
          <a:xfrm>
            <a:off x="7406640" y="1417320"/>
            <a:ext cx="1920240" cy="1371600"/>
          </a:xfrm>
          <a:prstGeom prst="rect">
            <a:avLst/>
          </a:prstGeom>
          <a:solidFill>
            <a:srgbClr val="E6ECF5"/>
          </a:solidFill>
          <a:ln>
            <a:solidFill>
              <a:srgbClr val="7F7F7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7F7F7F"/>
                </a:solidFill>
              </a:rPr>
              <a:t>写真</a:t>
            </a:r>
          </a:p>
        </p:txBody>
      </p:sp>
      <p:sp>
        <p:nvSpPr>
          <p:cNvPr id="6" name="Rectangle 5"/>
          <p:cNvSpPr/>
          <p:nvPr/>
        </p:nvSpPr>
        <p:spPr>
          <a:xfrm>
            <a:off x="9454896" y="1417320"/>
            <a:ext cx="1920240" cy="1371600"/>
          </a:xfrm>
          <a:prstGeom prst="rect">
            <a:avLst/>
          </a:prstGeom>
          <a:solidFill>
            <a:srgbClr val="E6ECF5"/>
          </a:solidFill>
          <a:ln>
            <a:solidFill>
              <a:srgbClr val="7F7F7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7F7F7F"/>
                </a:solidFill>
              </a:rPr>
              <a:t>写真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6640" y="2926080"/>
            <a:ext cx="3968496" cy="2103120"/>
          </a:xfrm>
          <a:prstGeom prst="rect">
            <a:avLst/>
          </a:prstGeom>
          <a:solidFill>
            <a:srgbClr val="E6ECF5"/>
          </a:solidFill>
          <a:ln>
            <a:solidFill>
              <a:srgbClr val="7F7F7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7F7F7F"/>
                </a:solidFill>
              </a:rPr>
              <a:t>集合写真・展示の写真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" y="5257800"/>
            <a:ext cx="10561320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003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l"/>
            <a:r>
              <a:rPr sz="1300">
                <a:solidFill>
                  <a:srgbClr val="7F7F7F"/>
                </a:solidFill>
              </a:rPr>
              <a:t>【所感(自分の言葉で)。印象に残った点、日本市場・CTCの事業への示唆など】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3. CES 2027  2日目  【1/●】参加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3816" y="914400"/>
            <a:ext cx="10561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7F7F7F"/>
                </a:solidFill>
              </a:rPr>
              <a:t>◆ 【この日に参加した内容の概要。例: 基調講演、展示ブース視察、ベンダーとの面談】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" y="1417320"/>
            <a:ext cx="6309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7F7F7F"/>
                </a:solidFill>
              </a:rPr>
              <a:t>①  【時間】 【セッション / ブース名】</a:t>
            </a:r>
          </a:p>
          <a:p>
            <a:r>
              <a:rPr sz="1300" b="0">
                <a:solidFill>
                  <a:srgbClr val="7F7F7F"/>
                </a:solidFill>
              </a:rPr>
              <a:t>      【登壇者・担当者】</a:t>
            </a:r>
          </a:p>
          <a:p>
            <a:r>
              <a:rPr sz="1300" b="0">
                <a:solidFill>
                  <a:srgbClr val="7F7F7F"/>
                </a:solidFill>
              </a:rPr>
              <a:t>      【概要: 何が発表・展示されたか】</a:t>
            </a:r>
          </a:p>
          <a:p>
            <a:r>
              <a:rPr sz="1300" b="0">
                <a:solidFill>
                  <a:srgbClr val="262626"/>
                </a:solidFill>
              </a:rPr>
              <a:t/>
            </a:r>
          </a:p>
          <a:p>
            <a:r>
              <a:rPr sz="1300" b="0">
                <a:solidFill>
                  <a:srgbClr val="7F7F7F"/>
                </a:solidFill>
              </a:rPr>
              <a:t>②  【時間】 【セッション / ブース名】</a:t>
            </a:r>
          </a:p>
          <a:p>
            <a:r>
              <a:rPr sz="1300" b="0">
                <a:solidFill>
                  <a:srgbClr val="7F7F7F"/>
                </a:solidFill>
              </a:rPr>
              <a:t>      【登壇者・担当者】</a:t>
            </a:r>
          </a:p>
          <a:p>
            <a:r>
              <a:rPr sz="1300" b="0">
                <a:solidFill>
                  <a:srgbClr val="7F7F7F"/>
                </a:solidFill>
              </a:rPr>
              <a:t>      【概要】</a:t>
            </a:r>
          </a:p>
          <a:p>
            <a:r>
              <a:rPr sz="1300" b="0">
                <a:solidFill>
                  <a:srgbClr val="262626"/>
                </a:solidFill>
              </a:rPr>
              <a:t/>
            </a:r>
          </a:p>
          <a:p>
            <a:r>
              <a:rPr sz="1300" b="0">
                <a:solidFill>
                  <a:srgbClr val="7F7F7F"/>
                </a:solidFill>
              </a:rPr>
              <a:t>③  【時間】 【セッション / ブース名】</a:t>
            </a:r>
          </a:p>
          <a:p>
            <a:r>
              <a:rPr sz="1300" b="0">
                <a:solidFill>
                  <a:srgbClr val="7F7F7F"/>
                </a:solidFill>
              </a:rPr>
              <a:t>      【概要】</a:t>
            </a:r>
          </a:p>
        </p:txBody>
      </p:sp>
      <p:sp>
        <p:nvSpPr>
          <p:cNvPr id="5" name="Rectangle 4"/>
          <p:cNvSpPr/>
          <p:nvPr/>
        </p:nvSpPr>
        <p:spPr>
          <a:xfrm>
            <a:off x="7406640" y="1417320"/>
            <a:ext cx="1920240" cy="1371600"/>
          </a:xfrm>
          <a:prstGeom prst="rect">
            <a:avLst/>
          </a:prstGeom>
          <a:solidFill>
            <a:srgbClr val="E6ECF5"/>
          </a:solidFill>
          <a:ln>
            <a:solidFill>
              <a:srgbClr val="7F7F7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7F7F7F"/>
                </a:solidFill>
              </a:rPr>
              <a:t>写真</a:t>
            </a:r>
          </a:p>
        </p:txBody>
      </p:sp>
      <p:sp>
        <p:nvSpPr>
          <p:cNvPr id="6" name="Rectangle 5"/>
          <p:cNvSpPr/>
          <p:nvPr/>
        </p:nvSpPr>
        <p:spPr>
          <a:xfrm>
            <a:off x="9454896" y="1417320"/>
            <a:ext cx="1920240" cy="1371600"/>
          </a:xfrm>
          <a:prstGeom prst="rect">
            <a:avLst/>
          </a:prstGeom>
          <a:solidFill>
            <a:srgbClr val="E6ECF5"/>
          </a:solidFill>
          <a:ln>
            <a:solidFill>
              <a:srgbClr val="7F7F7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7F7F7F"/>
                </a:solidFill>
              </a:rPr>
              <a:t>写真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6640" y="2926080"/>
            <a:ext cx="3968496" cy="2103120"/>
          </a:xfrm>
          <a:prstGeom prst="rect">
            <a:avLst/>
          </a:prstGeom>
          <a:solidFill>
            <a:srgbClr val="E6ECF5"/>
          </a:solidFill>
          <a:ln>
            <a:solidFill>
              <a:srgbClr val="7F7F7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7F7F7F"/>
                </a:solidFill>
              </a:rPr>
              <a:t>集合写真・展示の写真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" y="5257800"/>
            <a:ext cx="10561320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003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l"/>
            <a:r>
              <a:rPr sz="1300">
                <a:solidFill>
                  <a:srgbClr val="7F7F7F"/>
                </a:solidFill>
              </a:rPr>
              <a:t>【所感(自分の言葉で)。印象に残った点、日本市場・CTCの事業への示唆など】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3. CES 2027  3日目  【1/●】参加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3816" y="914400"/>
            <a:ext cx="10561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7F7F7F"/>
                </a:solidFill>
              </a:rPr>
              <a:t>◆ 【この日に参加した内容の概要。例: 基調講演、展示ブース視察、ベンダーとの面談】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" y="1417320"/>
            <a:ext cx="6309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7F7F7F"/>
                </a:solidFill>
              </a:rPr>
              <a:t>①  【時間】 【セッション / ブース名】</a:t>
            </a:r>
          </a:p>
          <a:p>
            <a:r>
              <a:rPr sz="1300" b="0">
                <a:solidFill>
                  <a:srgbClr val="7F7F7F"/>
                </a:solidFill>
              </a:rPr>
              <a:t>      【登壇者・担当者】</a:t>
            </a:r>
          </a:p>
          <a:p>
            <a:r>
              <a:rPr sz="1300" b="0">
                <a:solidFill>
                  <a:srgbClr val="7F7F7F"/>
                </a:solidFill>
              </a:rPr>
              <a:t>      【概要: 何が発表・展示されたか】</a:t>
            </a:r>
          </a:p>
          <a:p>
            <a:r>
              <a:rPr sz="1300" b="0">
                <a:solidFill>
                  <a:srgbClr val="262626"/>
                </a:solidFill>
              </a:rPr>
              <a:t/>
            </a:r>
          </a:p>
          <a:p>
            <a:r>
              <a:rPr sz="1300" b="0">
                <a:solidFill>
                  <a:srgbClr val="7F7F7F"/>
                </a:solidFill>
              </a:rPr>
              <a:t>②  【時間】 【セッション / ブース名】</a:t>
            </a:r>
          </a:p>
          <a:p>
            <a:r>
              <a:rPr sz="1300" b="0">
                <a:solidFill>
                  <a:srgbClr val="7F7F7F"/>
                </a:solidFill>
              </a:rPr>
              <a:t>      【登壇者・担当者】</a:t>
            </a:r>
          </a:p>
          <a:p>
            <a:r>
              <a:rPr sz="1300" b="0">
                <a:solidFill>
                  <a:srgbClr val="7F7F7F"/>
                </a:solidFill>
              </a:rPr>
              <a:t>      【概要】</a:t>
            </a:r>
          </a:p>
          <a:p>
            <a:r>
              <a:rPr sz="1300" b="0">
                <a:solidFill>
                  <a:srgbClr val="262626"/>
                </a:solidFill>
              </a:rPr>
              <a:t/>
            </a:r>
          </a:p>
          <a:p>
            <a:r>
              <a:rPr sz="1300" b="0">
                <a:solidFill>
                  <a:srgbClr val="7F7F7F"/>
                </a:solidFill>
              </a:rPr>
              <a:t>③  【時間】 【セッション / ブース名】</a:t>
            </a:r>
          </a:p>
          <a:p>
            <a:r>
              <a:rPr sz="1300" b="0">
                <a:solidFill>
                  <a:srgbClr val="7F7F7F"/>
                </a:solidFill>
              </a:rPr>
              <a:t>      【概要】</a:t>
            </a:r>
          </a:p>
        </p:txBody>
      </p:sp>
      <p:sp>
        <p:nvSpPr>
          <p:cNvPr id="5" name="Rectangle 4"/>
          <p:cNvSpPr/>
          <p:nvPr/>
        </p:nvSpPr>
        <p:spPr>
          <a:xfrm>
            <a:off x="7406640" y="1417320"/>
            <a:ext cx="1920240" cy="1371600"/>
          </a:xfrm>
          <a:prstGeom prst="rect">
            <a:avLst/>
          </a:prstGeom>
          <a:solidFill>
            <a:srgbClr val="E6ECF5"/>
          </a:solidFill>
          <a:ln>
            <a:solidFill>
              <a:srgbClr val="7F7F7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7F7F7F"/>
                </a:solidFill>
              </a:rPr>
              <a:t>写真</a:t>
            </a:r>
          </a:p>
        </p:txBody>
      </p:sp>
      <p:sp>
        <p:nvSpPr>
          <p:cNvPr id="6" name="Rectangle 5"/>
          <p:cNvSpPr/>
          <p:nvPr/>
        </p:nvSpPr>
        <p:spPr>
          <a:xfrm>
            <a:off x="9454896" y="1417320"/>
            <a:ext cx="1920240" cy="1371600"/>
          </a:xfrm>
          <a:prstGeom prst="rect">
            <a:avLst/>
          </a:prstGeom>
          <a:solidFill>
            <a:srgbClr val="E6ECF5"/>
          </a:solidFill>
          <a:ln>
            <a:solidFill>
              <a:srgbClr val="7F7F7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7F7F7F"/>
                </a:solidFill>
              </a:rPr>
              <a:t>写真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6640" y="2926080"/>
            <a:ext cx="3968496" cy="2103120"/>
          </a:xfrm>
          <a:prstGeom prst="rect">
            <a:avLst/>
          </a:prstGeom>
          <a:solidFill>
            <a:srgbClr val="E6ECF5"/>
          </a:solidFill>
          <a:ln>
            <a:solidFill>
              <a:srgbClr val="7F7F7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7F7F7F"/>
                </a:solidFill>
              </a:rPr>
              <a:t>集合写真・展示の写真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" y="5257800"/>
            <a:ext cx="10561320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003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l"/>
            <a:r>
              <a:rPr sz="1300">
                <a:solidFill>
                  <a:srgbClr val="7F7F7F"/>
                </a:solidFill>
              </a:rPr>
              <a:t>【所感(自分の言葉で)。印象に残った点、日本市場・CTCの事業への示唆など】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3. Cisco  【月/日 AM/PM】訪問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3816" y="914400"/>
            <a:ext cx="10561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7F7F7F"/>
                </a:solidFill>
              </a:rPr>
              <a:t>◆ 【訪問内容の概要。例: 会社紹介、製品紹介、デモ、質疑応答】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" y="1417320"/>
            <a:ext cx="6309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62626"/>
                </a:solidFill>
              </a:rPr>
              <a:t>①  会社紹介</a:t>
            </a:r>
          </a:p>
          <a:p>
            <a:r>
              <a:rPr sz="1300" b="0">
                <a:solidFill>
                  <a:srgbClr val="7F7F7F"/>
                </a:solidFill>
              </a:rPr>
              <a:t>      【設立年・従業員数・本社所在地・拠点】</a:t>
            </a:r>
          </a:p>
          <a:p>
            <a:r>
              <a:rPr sz="1300" b="0">
                <a:solidFill>
                  <a:srgbClr val="7F7F7F"/>
                </a:solidFill>
              </a:rPr>
              <a:t>      【主力製品・事業の特徴】</a:t>
            </a:r>
          </a:p>
          <a:p>
            <a:r>
              <a:rPr sz="1300" b="0">
                <a:solidFill>
                  <a:srgbClr val="262626"/>
                </a:solidFill>
              </a:rPr>
              <a:t/>
            </a:r>
          </a:p>
          <a:p>
            <a:r>
              <a:rPr sz="1300" b="0">
                <a:solidFill>
                  <a:srgbClr val="262626"/>
                </a:solidFill>
              </a:rPr>
              <a:t>②  訪問内容</a:t>
            </a:r>
          </a:p>
          <a:p>
            <a:r>
              <a:rPr sz="1300" b="0">
                <a:solidFill>
                  <a:srgbClr val="7F7F7F"/>
                </a:solidFill>
              </a:rPr>
              <a:t>      【お会いした方(役職)・説明を受けた内容】</a:t>
            </a:r>
          </a:p>
          <a:p>
            <a:r>
              <a:rPr sz="1300" b="0">
                <a:solidFill>
                  <a:srgbClr val="7F7F7F"/>
                </a:solidFill>
              </a:rPr>
              <a:t>      【見学した設備・デモ】</a:t>
            </a:r>
          </a:p>
        </p:txBody>
      </p:sp>
      <p:sp>
        <p:nvSpPr>
          <p:cNvPr id="5" name="Rectangle 4"/>
          <p:cNvSpPr/>
          <p:nvPr/>
        </p:nvSpPr>
        <p:spPr>
          <a:xfrm>
            <a:off x="7406640" y="1417320"/>
            <a:ext cx="1920240" cy="1371600"/>
          </a:xfrm>
          <a:prstGeom prst="rect">
            <a:avLst/>
          </a:prstGeom>
          <a:solidFill>
            <a:srgbClr val="E6ECF5"/>
          </a:solidFill>
          <a:ln>
            <a:solidFill>
              <a:srgbClr val="7F7F7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7F7F7F"/>
                </a:solidFill>
              </a:rPr>
              <a:t>写真</a:t>
            </a:r>
          </a:p>
        </p:txBody>
      </p:sp>
      <p:sp>
        <p:nvSpPr>
          <p:cNvPr id="6" name="Rectangle 5"/>
          <p:cNvSpPr/>
          <p:nvPr/>
        </p:nvSpPr>
        <p:spPr>
          <a:xfrm>
            <a:off x="9454896" y="1417320"/>
            <a:ext cx="1920240" cy="1371600"/>
          </a:xfrm>
          <a:prstGeom prst="rect">
            <a:avLst/>
          </a:prstGeom>
          <a:solidFill>
            <a:srgbClr val="E6ECF5"/>
          </a:solidFill>
          <a:ln>
            <a:solidFill>
              <a:srgbClr val="7F7F7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7F7F7F"/>
                </a:solidFill>
              </a:rPr>
              <a:t>写真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6640" y="2926080"/>
            <a:ext cx="3968496" cy="2103120"/>
          </a:xfrm>
          <a:prstGeom prst="rect">
            <a:avLst/>
          </a:prstGeom>
          <a:solidFill>
            <a:srgbClr val="E6ECF5"/>
          </a:solidFill>
          <a:ln>
            <a:solidFill>
              <a:srgbClr val="7F7F7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7F7F7F"/>
                </a:solidFill>
              </a:rPr>
              <a:t>集合写真・展示の写真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" y="5257800"/>
            <a:ext cx="10561320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003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l"/>
            <a:r>
              <a:rPr sz="1300">
                <a:solidFill>
                  <a:srgbClr val="7F7F7F"/>
                </a:solidFill>
              </a:rPr>
              <a:t>【所感(自分の言葉で)。印象に残った点、日本市場・CTCの事業への示唆など】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3. Exaforce  【月/日 AM/PM】訪問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3816" y="914400"/>
            <a:ext cx="10561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7F7F7F"/>
                </a:solidFill>
              </a:rPr>
              <a:t>◆ 【訪問内容の概要。例: 会社紹介、製品紹介、デモ、質疑応答】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" y="1417320"/>
            <a:ext cx="6309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62626"/>
                </a:solidFill>
              </a:rPr>
              <a:t>①  会社紹介</a:t>
            </a:r>
          </a:p>
          <a:p>
            <a:r>
              <a:rPr sz="1300" b="0">
                <a:solidFill>
                  <a:srgbClr val="7F7F7F"/>
                </a:solidFill>
              </a:rPr>
              <a:t>      【設立年・従業員数・本社所在地・拠点】</a:t>
            </a:r>
          </a:p>
          <a:p>
            <a:r>
              <a:rPr sz="1300" b="0">
                <a:solidFill>
                  <a:srgbClr val="7F7F7F"/>
                </a:solidFill>
              </a:rPr>
              <a:t>      【主力製品・事業の特徴】</a:t>
            </a:r>
          </a:p>
          <a:p>
            <a:r>
              <a:rPr sz="1300" b="0">
                <a:solidFill>
                  <a:srgbClr val="262626"/>
                </a:solidFill>
              </a:rPr>
              <a:t/>
            </a:r>
          </a:p>
          <a:p>
            <a:r>
              <a:rPr sz="1300" b="0">
                <a:solidFill>
                  <a:srgbClr val="262626"/>
                </a:solidFill>
              </a:rPr>
              <a:t>②  訪問内容</a:t>
            </a:r>
          </a:p>
          <a:p>
            <a:r>
              <a:rPr sz="1300" b="0">
                <a:solidFill>
                  <a:srgbClr val="7F7F7F"/>
                </a:solidFill>
              </a:rPr>
              <a:t>      【お会いした方(役職)・説明を受けた内容】</a:t>
            </a:r>
          </a:p>
          <a:p>
            <a:r>
              <a:rPr sz="1300" b="0">
                <a:solidFill>
                  <a:srgbClr val="7F7F7F"/>
                </a:solidFill>
              </a:rPr>
              <a:t>      【見学した設備・デモ】</a:t>
            </a:r>
          </a:p>
        </p:txBody>
      </p:sp>
      <p:sp>
        <p:nvSpPr>
          <p:cNvPr id="5" name="Rectangle 4"/>
          <p:cNvSpPr/>
          <p:nvPr/>
        </p:nvSpPr>
        <p:spPr>
          <a:xfrm>
            <a:off x="7406640" y="1417320"/>
            <a:ext cx="1920240" cy="1371600"/>
          </a:xfrm>
          <a:prstGeom prst="rect">
            <a:avLst/>
          </a:prstGeom>
          <a:solidFill>
            <a:srgbClr val="E6ECF5"/>
          </a:solidFill>
          <a:ln>
            <a:solidFill>
              <a:srgbClr val="7F7F7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7F7F7F"/>
                </a:solidFill>
              </a:rPr>
              <a:t>写真</a:t>
            </a:r>
          </a:p>
        </p:txBody>
      </p:sp>
      <p:sp>
        <p:nvSpPr>
          <p:cNvPr id="6" name="Rectangle 5"/>
          <p:cNvSpPr/>
          <p:nvPr/>
        </p:nvSpPr>
        <p:spPr>
          <a:xfrm>
            <a:off x="9454896" y="1417320"/>
            <a:ext cx="1920240" cy="1371600"/>
          </a:xfrm>
          <a:prstGeom prst="rect">
            <a:avLst/>
          </a:prstGeom>
          <a:solidFill>
            <a:srgbClr val="E6ECF5"/>
          </a:solidFill>
          <a:ln>
            <a:solidFill>
              <a:srgbClr val="7F7F7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7F7F7F"/>
                </a:solidFill>
              </a:rPr>
              <a:t>写真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6640" y="2926080"/>
            <a:ext cx="3968496" cy="2103120"/>
          </a:xfrm>
          <a:prstGeom prst="rect">
            <a:avLst/>
          </a:prstGeom>
          <a:solidFill>
            <a:srgbClr val="E6ECF5"/>
          </a:solidFill>
          <a:ln>
            <a:solidFill>
              <a:srgbClr val="7F7F7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7F7F7F"/>
                </a:solidFill>
              </a:rPr>
              <a:t>集合写真・展示の写真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" y="5257800"/>
            <a:ext cx="10561320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003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l"/>
            <a:r>
              <a:rPr sz="1300">
                <a:solidFill>
                  <a:srgbClr val="7F7F7F"/>
                </a:solidFill>
              </a:rPr>
              <a:t>【所感(自分の言葉で)。印象に残った点、日本市場・CTCの事業への示唆など】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3. Forward Networks  【月/日 AM/PM】訪問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3816" y="914400"/>
            <a:ext cx="10561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7F7F7F"/>
                </a:solidFill>
              </a:rPr>
              <a:t>◆ 【訪問内容の概要。例: 会社紹介、製品紹介、デモ、質疑応答】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" y="1417320"/>
            <a:ext cx="6309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62626"/>
                </a:solidFill>
              </a:rPr>
              <a:t>①  会社紹介</a:t>
            </a:r>
          </a:p>
          <a:p>
            <a:r>
              <a:rPr sz="1300" b="0">
                <a:solidFill>
                  <a:srgbClr val="7F7F7F"/>
                </a:solidFill>
              </a:rPr>
              <a:t>      【設立年・従業員数・本社所在地・拠点】</a:t>
            </a:r>
          </a:p>
          <a:p>
            <a:r>
              <a:rPr sz="1300" b="0">
                <a:solidFill>
                  <a:srgbClr val="7F7F7F"/>
                </a:solidFill>
              </a:rPr>
              <a:t>      【主力製品・事業の特徴】</a:t>
            </a:r>
          </a:p>
          <a:p>
            <a:r>
              <a:rPr sz="1300" b="0">
                <a:solidFill>
                  <a:srgbClr val="262626"/>
                </a:solidFill>
              </a:rPr>
              <a:t/>
            </a:r>
          </a:p>
          <a:p>
            <a:r>
              <a:rPr sz="1300" b="0">
                <a:solidFill>
                  <a:srgbClr val="262626"/>
                </a:solidFill>
              </a:rPr>
              <a:t>②  訪問内容</a:t>
            </a:r>
          </a:p>
          <a:p>
            <a:r>
              <a:rPr sz="1300" b="0">
                <a:solidFill>
                  <a:srgbClr val="7F7F7F"/>
                </a:solidFill>
              </a:rPr>
              <a:t>      【お会いした方(役職)・説明を受けた内容】</a:t>
            </a:r>
          </a:p>
          <a:p>
            <a:r>
              <a:rPr sz="1300" b="0">
                <a:solidFill>
                  <a:srgbClr val="7F7F7F"/>
                </a:solidFill>
              </a:rPr>
              <a:t>      【見学した設備・デモ】</a:t>
            </a:r>
          </a:p>
        </p:txBody>
      </p:sp>
      <p:sp>
        <p:nvSpPr>
          <p:cNvPr id="5" name="Rectangle 4"/>
          <p:cNvSpPr/>
          <p:nvPr/>
        </p:nvSpPr>
        <p:spPr>
          <a:xfrm>
            <a:off x="7406640" y="1417320"/>
            <a:ext cx="1920240" cy="1371600"/>
          </a:xfrm>
          <a:prstGeom prst="rect">
            <a:avLst/>
          </a:prstGeom>
          <a:solidFill>
            <a:srgbClr val="E6ECF5"/>
          </a:solidFill>
          <a:ln>
            <a:solidFill>
              <a:srgbClr val="7F7F7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7F7F7F"/>
                </a:solidFill>
              </a:rPr>
              <a:t>写真</a:t>
            </a:r>
          </a:p>
        </p:txBody>
      </p:sp>
      <p:sp>
        <p:nvSpPr>
          <p:cNvPr id="6" name="Rectangle 5"/>
          <p:cNvSpPr/>
          <p:nvPr/>
        </p:nvSpPr>
        <p:spPr>
          <a:xfrm>
            <a:off x="9454896" y="1417320"/>
            <a:ext cx="1920240" cy="1371600"/>
          </a:xfrm>
          <a:prstGeom prst="rect">
            <a:avLst/>
          </a:prstGeom>
          <a:solidFill>
            <a:srgbClr val="E6ECF5"/>
          </a:solidFill>
          <a:ln>
            <a:solidFill>
              <a:srgbClr val="7F7F7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7F7F7F"/>
                </a:solidFill>
              </a:rPr>
              <a:t>写真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6640" y="2926080"/>
            <a:ext cx="3968496" cy="2103120"/>
          </a:xfrm>
          <a:prstGeom prst="rect">
            <a:avLst/>
          </a:prstGeom>
          <a:solidFill>
            <a:srgbClr val="E6ECF5"/>
          </a:solidFill>
          <a:ln>
            <a:solidFill>
              <a:srgbClr val="7F7F7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7F7F7F"/>
                </a:solidFill>
              </a:rPr>
              <a:t>集合写真・展示の写真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" y="5257800"/>
            <a:ext cx="10561320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003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l"/>
            <a:r>
              <a:rPr sz="1300">
                <a:solidFill>
                  <a:srgbClr val="7F7F7F"/>
                </a:solidFill>
              </a:rPr>
              <a:t>【所感(自分の言葉で)。印象に残った点、日本市場・CTCの事業への示唆など】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3. CTC America  【月/日 AM/PM】訪問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3816" y="914400"/>
            <a:ext cx="10561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7F7F7F"/>
                </a:solidFill>
              </a:rPr>
              <a:t>◆ 【訪問内容の概要。例: 会社紹介、製品紹介、デモ、質疑応答】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" y="1417320"/>
            <a:ext cx="6309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62626"/>
                </a:solidFill>
              </a:rPr>
              <a:t>①  拠点紹介</a:t>
            </a:r>
          </a:p>
          <a:p>
            <a:r>
              <a:rPr sz="1300" b="0">
                <a:solidFill>
                  <a:srgbClr val="7F7F7F"/>
                </a:solidFill>
              </a:rPr>
              <a:t>      【拠点の所在地・体制・役割】</a:t>
            </a:r>
          </a:p>
          <a:p>
            <a:r>
              <a:rPr sz="1300" b="0">
                <a:solidFill>
                  <a:srgbClr val="7F7F7F"/>
                </a:solidFill>
              </a:rPr>
              <a:t>      【現地での事業内容・取り組み】</a:t>
            </a:r>
          </a:p>
          <a:p>
            <a:r>
              <a:rPr sz="1300" b="0">
                <a:solidFill>
                  <a:srgbClr val="262626"/>
                </a:solidFill>
              </a:rPr>
              <a:t/>
            </a:r>
          </a:p>
          <a:p>
            <a:r>
              <a:rPr sz="1300" b="0">
                <a:solidFill>
                  <a:srgbClr val="262626"/>
                </a:solidFill>
              </a:rPr>
              <a:t>②  訪問内容</a:t>
            </a:r>
          </a:p>
          <a:p>
            <a:r>
              <a:rPr sz="1300" b="0">
                <a:solidFill>
                  <a:srgbClr val="7F7F7F"/>
                </a:solidFill>
              </a:rPr>
              <a:t>      【お会いした方(役職)・説明を受けた内容】</a:t>
            </a:r>
          </a:p>
          <a:p>
            <a:r>
              <a:rPr sz="1300" b="0">
                <a:solidFill>
                  <a:srgbClr val="7F7F7F"/>
                </a:solidFill>
              </a:rPr>
              <a:t>      【見学した設備・デモ】</a:t>
            </a:r>
          </a:p>
        </p:txBody>
      </p:sp>
      <p:sp>
        <p:nvSpPr>
          <p:cNvPr id="5" name="Rectangle 4"/>
          <p:cNvSpPr/>
          <p:nvPr/>
        </p:nvSpPr>
        <p:spPr>
          <a:xfrm>
            <a:off x="7406640" y="1417320"/>
            <a:ext cx="1920240" cy="1371600"/>
          </a:xfrm>
          <a:prstGeom prst="rect">
            <a:avLst/>
          </a:prstGeom>
          <a:solidFill>
            <a:srgbClr val="E6ECF5"/>
          </a:solidFill>
          <a:ln>
            <a:solidFill>
              <a:srgbClr val="7F7F7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7F7F7F"/>
                </a:solidFill>
              </a:rPr>
              <a:t>写真</a:t>
            </a:r>
          </a:p>
        </p:txBody>
      </p:sp>
      <p:sp>
        <p:nvSpPr>
          <p:cNvPr id="6" name="Rectangle 5"/>
          <p:cNvSpPr/>
          <p:nvPr/>
        </p:nvSpPr>
        <p:spPr>
          <a:xfrm>
            <a:off x="9454896" y="1417320"/>
            <a:ext cx="1920240" cy="1371600"/>
          </a:xfrm>
          <a:prstGeom prst="rect">
            <a:avLst/>
          </a:prstGeom>
          <a:solidFill>
            <a:srgbClr val="E6ECF5"/>
          </a:solidFill>
          <a:ln>
            <a:solidFill>
              <a:srgbClr val="7F7F7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7F7F7F"/>
                </a:solidFill>
              </a:rPr>
              <a:t>写真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6640" y="2926080"/>
            <a:ext cx="3968496" cy="2103120"/>
          </a:xfrm>
          <a:prstGeom prst="rect">
            <a:avLst/>
          </a:prstGeom>
          <a:solidFill>
            <a:srgbClr val="E6ECF5"/>
          </a:solidFill>
          <a:ln>
            <a:solidFill>
              <a:srgbClr val="7F7F7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7F7F7F"/>
                </a:solidFill>
              </a:rPr>
              <a:t>集合写真・展示の写真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" y="5257800"/>
            <a:ext cx="10561320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003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l"/>
            <a:r>
              <a:rPr sz="1300">
                <a:solidFill>
                  <a:srgbClr val="7F7F7F"/>
                </a:solidFill>
              </a:rPr>
              <a:t>【所感(自分の言葉で)。印象に残った点、日本市場・CTCの事業への示唆など】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4. 所感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3816" y="1371600"/>
            <a:ext cx="10561320" cy="4754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003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/>
          <a:lstStyle/>
          <a:p>
            <a:pPr algn="l"/>
            <a:r>
              <a:rPr sz="1600">
                <a:solidFill>
                  <a:srgbClr val="7F7F7F"/>
                </a:solidFill>
              </a:rPr>
              <a:t>川北:</a:t>
            </a:r>
          </a:p>
          <a:p>
            <a:pPr algn="l"/>
            <a:r>
              <a:rPr sz="1600">
                <a:solidFill>
                  <a:srgbClr val="7F7F7F"/>
                </a:solidFill>
              </a:rPr>
              <a:t>【所感(自分の言葉で記入)。今回の研修で得た学び、今後の事業・提案への活かし方など】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3. 【訪問先D】  【月/日 AM/PM】訪問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3816" y="914400"/>
            <a:ext cx="10561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7F7F7F"/>
                </a:solidFill>
              </a:rPr>
              <a:t>◆ 【訪問内容の概要。例: 会社紹介、製品紹介、デモ、質疑応答】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" y="1417320"/>
            <a:ext cx="6309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62626"/>
                </a:solidFill>
              </a:rPr>
              <a:t>①  会社紹介</a:t>
            </a:r>
          </a:p>
          <a:p>
            <a:r>
              <a:rPr sz="1300" b="0">
                <a:solidFill>
                  <a:srgbClr val="7F7F7F"/>
                </a:solidFill>
              </a:rPr>
              <a:t>      【設立年・従業員数・本社所在地・拠点】</a:t>
            </a:r>
          </a:p>
          <a:p>
            <a:r>
              <a:rPr sz="1300" b="0">
                <a:solidFill>
                  <a:srgbClr val="7F7F7F"/>
                </a:solidFill>
              </a:rPr>
              <a:t>      【主力製品・事業の特徴】</a:t>
            </a:r>
          </a:p>
          <a:p>
            <a:r>
              <a:rPr sz="1300" b="0">
                <a:solidFill>
                  <a:srgbClr val="262626"/>
                </a:solidFill>
              </a:rPr>
              <a:t/>
            </a:r>
          </a:p>
          <a:p>
            <a:r>
              <a:rPr sz="1300" b="0">
                <a:solidFill>
                  <a:srgbClr val="262626"/>
                </a:solidFill>
              </a:rPr>
              <a:t>②  訪問内容</a:t>
            </a:r>
          </a:p>
          <a:p>
            <a:r>
              <a:rPr sz="1300" b="0">
                <a:solidFill>
                  <a:srgbClr val="7F7F7F"/>
                </a:solidFill>
              </a:rPr>
              <a:t>      【お会いした方(役職)・説明を受けた内容】</a:t>
            </a:r>
          </a:p>
          <a:p>
            <a:r>
              <a:rPr sz="1300" b="0">
                <a:solidFill>
                  <a:srgbClr val="7F7F7F"/>
                </a:solidFill>
              </a:rPr>
              <a:t>      【見学した設備・デモ】</a:t>
            </a:r>
          </a:p>
        </p:txBody>
      </p:sp>
      <p:sp>
        <p:nvSpPr>
          <p:cNvPr id="5" name="Rectangle 4"/>
          <p:cNvSpPr/>
          <p:nvPr/>
        </p:nvSpPr>
        <p:spPr>
          <a:xfrm>
            <a:off x="7406640" y="1417320"/>
            <a:ext cx="1920240" cy="1371600"/>
          </a:xfrm>
          <a:prstGeom prst="rect">
            <a:avLst/>
          </a:prstGeom>
          <a:solidFill>
            <a:srgbClr val="E6ECF5"/>
          </a:solidFill>
          <a:ln>
            <a:solidFill>
              <a:srgbClr val="7F7F7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7F7F7F"/>
                </a:solidFill>
              </a:rPr>
              <a:t>写真</a:t>
            </a:r>
          </a:p>
        </p:txBody>
      </p:sp>
      <p:sp>
        <p:nvSpPr>
          <p:cNvPr id="6" name="Rectangle 5"/>
          <p:cNvSpPr/>
          <p:nvPr/>
        </p:nvSpPr>
        <p:spPr>
          <a:xfrm>
            <a:off x="9454896" y="1417320"/>
            <a:ext cx="1920240" cy="1371600"/>
          </a:xfrm>
          <a:prstGeom prst="rect">
            <a:avLst/>
          </a:prstGeom>
          <a:solidFill>
            <a:srgbClr val="E6ECF5"/>
          </a:solidFill>
          <a:ln>
            <a:solidFill>
              <a:srgbClr val="7F7F7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7F7F7F"/>
                </a:solidFill>
              </a:rPr>
              <a:t>写真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6640" y="2926080"/>
            <a:ext cx="3968496" cy="2103120"/>
          </a:xfrm>
          <a:prstGeom prst="rect">
            <a:avLst/>
          </a:prstGeom>
          <a:solidFill>
            <a:srgbClr val="E6ECF5"/>
          </a:solidFill>
          <a:ln>
            <a:solidFill>
              <a:srgbClr val="7F7F7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7F7F7F"/>
                </a:solidFill>
              </a:rPr>
              <a:t>集合写真・展示の写真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" y="5257800"/>
            <a:ext cx="10561320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003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l"/>
            <a:r>
              <a:rPr sz="1300">
                <a:solidFill>
                  <a:srgbClr val="7F7F7F"/>
                </a:solidFill>
              </a:rPr>
              <a:t>【所感(自分の言葉で)。印象に残った点、日本市場・CTCの事業への示唆など】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3. 【訪問先E】  【月/日 AM/PM】訪問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3816" y="914400"/>
            <a:ext cx="10561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7F7F7F"/>
                </a:solidFill>
              </a:rPr>
              <a:t>◆ 【訪問内容の概要。例: 会社紹介、製品紹介、デモ、質疑応答】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" y="1417320"/>
            <a:ext cx="6309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62626"/>
                </a:solidFill>
              </a:rPr>
              <a:t>①  会社紹介</a:t>
            </a:r>
          </a:p>
          <a:p>
            <a:r>
              <a:rPr sz="1300" b="0">
                <a:solidFill>
                  <a:srgbClr val="7F7F7F"/>
                </a:solidFill>
              </a:rPr>
              <a:t>      【設立年・従業員数・本社所在地・拠点】</a:t>
            </a:r>
          </a:p>
          <a:p>
            <a:r>
              <a:rPr sz="1300" b="0">
                <a:solidFill>
                  <a:srgbClr val="7F7F7F"/>
                </a:solidFill>
              </a:rPr>
              <a:t>      【主力製品・事業の特徴】</a:t>
            </a:r>
          </a:p>
          <a:p>
            <a:r>
              <a:rPr sz="1300" b="0">
                <a:solidFill>
                  <a:srgbClr val="262626"/>
                </a:solidFill>
              </a:rPr>
              <a:t/>
            </a:r>
          </a:p>
          <a:p>
            <a:r>
              <a:rPr sz="1300" b="0">
                <a:solidFill>
                  <a:srgbClr val="262626"/>
                </a:solidFill>
              </a:rPr>
              <a:t>②  訪問内容</a:t>
            </a:r>
          </a:p>
          <a:p>
            <a:r>
              <a:rPr sz="1300" b="0">
                <a:solidFill>
                  <a:srgbClr val="7F7F7F"/>
                </a:solidFill>
              </a:rPr>
              <a:t>      【お会いした方(役職)・説明を受けた内容】</a:t>
            </a:r>
          </a:p>
          <a:p>
            <a:r>
              <a:rPr sz="1300" b="0">
                <a:solidFill>
                  <a:srgbClr val="7F7F7F"/>
                </a:solidFill>
              </a:rPr>
              <a:t>      【見学した設備・デモ】</a:t>
            </a:r>
          </a:p>
        </p:txBody>
      </p:sp>
      <p:sp>
        <p:nvSpPr>
          <p:cNvPr id="5" name="Rectangle 4"/>
          <p:cNvSpPr/>
          <p:nvPr/>
        </p:nvSpPr>
        <p:spPr>
          <a:xfrm>
            <a:off x="7406640" y="1417320"/>
            <a:ext cx="1920240" cy="1371600"/>
          </a:xfrm>
          <a:prstGeom prst="rect">
            <a:avLst/>
          </a:prstGeom>
          <a:solidFill>
            <a:srgbClr val="E6ECF5"/>
          </a:solidFill>
          <a:ln>
            <a:solidFill>
              <a:srgbClr val="7F7F7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7F7F7F"/>
                </a:solidFill>
              </a:rPr>
              <a:t>写真</a:t>
            </a:r>
          </a:p>
        </p:txBody>
      </p:sp>
      <p:sp>
        <p:nvSpPr>
          <p:cNvPr id="6" name="Rectangle 5"/>
          <p:cNvSpPr/>
          <p:nvPr/>
        </p:nvSpPr>
        <p:spPr>
          <a:xfrm>
            <a:off x="9454896" y="1417320"/>
            <a:ext cx="1920240" cy="1371600"/>
          </a:xfrm>
          <a:prstGeom prst="rect">
            <a:avLst/>
          </a:prstGeom>
          <a:solidFill>
            <a:srgbClr val="E6ECF5"/>
          </a:solidFill>
          <a:ln>
            <a:solidFill>
              <a:srgbClr val="7F7F7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7F7F7F"/>
                </a:solidFill>
              </a:rPr>
              <a:t>写真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6640" y="2926080"/>
            <a:ext cx="3968496" cy="2103120"/>
          </a:xfrm>
          <a:prstGeom prst="rect">
            <a:avLst/>
          </a:prstGeom>
          <a:solidFill>
            <a:srgbClr val="E6ECF5"/>
          </a:solidFill>
          <a:ln>
            <a:solidFill>
              <a:srgbClr val="7F7F7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7F7F7F"/>
                </a:solidFill>
              </a:rPr>
              <a:t>集合写真・展示の写真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" y="5257800"/>
            <a:ext cx="10561320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003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l"/>
            <a:r>
              <a:rPr sz="1300">
                <a:solidFill>
                  <a:srgbClr val="7F7F7F"/>
                </a:solidFill>
              </a:rPr>
              <a:t>【所感(自分の言葉で)。印象に残った点、日本市場・CTCの事業への示唆など】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rporateColor_Blue">
  <a:themeElements>
    <a:clrScheme name="CTC_Blue">
      <a:dk1>
        <a:srgbClr val="FFFFFF"/>
      </a:dk1>
      <a:lt1>
        <a:srgbClr val="013C85"/>
      </a:lt1>
      <a:dk2>
        <a:srgbClr val="CACACA"/>
      </a:dk2>
      <a:lt2>
        <a:srgbClr val="005CCA"/>
      </a:lt2>
      <a:accent1>
        <a:srgbClr val="F5F5F5"/>
      </a:accent1>
      <a:accent2>
        <a:srgbClr val="01B1C9"/>
      </a:accent2>
      <a:accent3>
        <a:srgbClr val="009244"/>
      </a:accent3>
      <a:accent4>
        <a:srgbClr val="E80000"/>
      </a:accent4>
      <a:accent5>
        <a:srgbClr val="FFFF00"/>
      </a:accent5>
      <a:accent6>
        <a:srgbClr val="000000"/>
      </a:accent6>
      <a:hlink>
        <a:srgbClr val="4C8DDA"/>
      </a:hlink>
      <a:folHlink>
        <a:srgbClr val="99BEEA"/>
      </a:folHlink>
    </a:clrScheme>
    <a:fontScheme name="ユーザー定義 1">
      <a:majorFont>
        <a:latin typeface="游ゴシック Medium"/>
        <a:ea typeface="游ゴシック Medium"/>
        <a:cs typeface=""/>
      </a:majorFont>
      <a:minorFont>
        <a:latin typeface="游ゴシック Medium"/>
        <a:ea typeface="游ゴシック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orporateColor_White">
  <a:themeElements>
    <a:clrScheme name="CTC_White">
      <a:dk1>
        <a:srgbClr val="013C85"/>
      </a:dk1>
      <a:lt1>
        <a:srgbClr val="FFFFFF"/>
      </a:lt1>
      <a:dk2>
        <a:srgbClr val="013C85"/>
      </a:dk2>
      <a:lt2>
        <a:srgbClr val="CACACA"/>
      </a:lt2>
      <a:accent1>
        <a:srgbClr val="005CCA"/>
      </a:accent1>
      <a:accent2>
        <a:srgbClr val="01B0C9"/>
      </a:accent2>
      <a:accent3>
        <a:srgbClr val="009244"/>
      </a:accent3>
      <a:accent4>
        <a:srgbClr val="E80000"/>
      </a:accent4>
      <a:accent5>
        <a:srgbClr val="FFFF00"/>
      </a:accent5>
      <a:accent6>
        <a:srgbClr val="000000"/>
      </a:accent6>
      <a:hlink>
        <a:srgbClr val="4C8DDA"/>
      </a:hlink>
      <a:folHlink>
        <a:srgbClr val="98BEE9"/>
      </a:folHlink>
    </a:clrScheme>
    <a:fontScheme name="ユーザー定義 1">
      <a:majorFont>
        <a:latin typeface="游ゴシック Medium"/>
        <a:ea typeface="游ゴシック Medium"/>
        <a:cs typeface=""/>
      </a:majorFont>
      <a:minorFont>
        <a:latin typeface="游ゴシック Medium"/>
        <a:ea typeface="游ゴシック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orporatePhilosophy">
  <a:themeElements>
    <a:clrScheme name="CTC_Blue">
      <a:dk1>
        <a:srgbClr val="FFFFFF"/>
      </a:dk1>
      <a:lt1>
        <a:srgbClr val="013C85"/>
      </a:lt1>
      <a:dk2>
        <a:srgbClr val="CACACA"/>
      </a:dk2>
      <a:lt2>
        <a:srgbClr val="005CCA"/>
      </a:lt2>
      <a:accent1>
        <a:srgbClr val="F5F5F5"/>
      </a:accent1>
      <a:accent2>
        <a:srgbClr val="01B1C9"/>
      </a:accent2>
      <a:accent3>
        <a:srgbClr val="009244"/>
      </a:accent3>
      <a:accent4>
        <a:srgbClr val="E80000"/>
      </a:accent4>
      <a:accent5>
        <a:srgbClr val="FFFF00"/>
      </a:accent5>
      <a:accent6>
        <a:srgbClr val="000000"/>
      </a:accent6>
      <a:hlink>
        <a:srgbClr val="4C8DDA"/>
      </a:hlink>
      <a:folHlink>
        <a:srgbClr val="99BEEA"/>
      </a:folHlink>
    </a:clrScheme>
    <a:fontScheme name="ユーザー定義 1">
      <a:majorFont>
        <a:latin typeface="游ゴシック Medium"/>
        <a:ea typeface="游ゴシック Medium"/>
        <a:cs typeface=""/>
      </a:majorFont>
      <a:minorFont>
        <a:latin typeface="游ゴシック Medium"/>
        <a:ea typeface="游ゴシック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A852ED5404D7184BB1FAAF48B03E2814" ma:contentTypeVersion="17" ma:contentTypeDescription="新しいドキュメントを作成します。" ma:contentTypeScope="" ma:versionID="d8dc6d8661c69ee934d42f76317ce508">
  <xsd:schema xmlns:xsd="http://www.w3.org/2001/XMLSchema" xmlns:xs="http://www.w3.org/2001/XMLSchema" xmlns:p="http://schemas.microsoft.com/office/2006/metadata/properties" xmlns:ns2="ea247311-c153-44f9-8e3f-2aa86b175f47" xmlns:ns3="88c962b8-115f-4205-b891-939ec131c46c" targetNamespace="http://schemas.microsoft.com/office/2006/metadata/properties" ma:root="true" ma:fieldsID="e24df1055a0bf01d42d4fc55f4426425" ns2:_="" ns3:_="">
    <xsd:import namespace="ea247311-c153-44f9-8e3f-2aa86b175f47"/>
    <xsd:import namespace="88c962b8-115f-4205-b891-939ec131c46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Location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a247311-c153-44f9-8e3f-2aa86b175f4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lcf76f155ced4ddcb4097134ff3c332f" ma:index="19" nillable="true" ma:taxonomy="true" ma:internalName="lcf76f155ced4ddcb4097134ff3c332f" ma:taxonomyFieldName="MediaServiceImageTags" ma:displayName="画像タグ" ma:readOnly="false" ma:fieldId="{5cf76f15-5ced-4ddc-b409-7134ff3c332f}" ma:taxonomyMulti="true" ma:sspId="6bc6290a-8cd6-4a27-9e67-61465016fcd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8c962b8-115f-4205-b891-939ec131c46c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共有相手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共有相手の詳細情報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d7b9ed24-0d31-4f86-94f1-a9944e46b102}" ma:internalName="TaxCatchAll" ma:showField="CatchAllData" ma:web="88c962b8-115f-4205-b891-939ec131c46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7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a247311-c153-44f9-8e3f-2aa86b175f47">
      <Terms xmlns="http://schemas.microsoft.com/office/infopath/2007/PartnerControls"/>
    </lcf76f155ced4ddcb4097134ff3c332f>
    <TaxCatchAll xmlns="88c962b8-115f-4205-b891-939ec131c46c" xsi:nil="true"/>
  </documentManagement>
</p:properties>
</file>

<file path=customXml/itemProps1.xml><?xml version="1.0" encoding="utf-8"?>
<ds:datastoreItem xmlns:ds="http://schemas.openxmlformats.org/officeDocument/2006/customXml" ds:itemID="{E568E5C1-C745-4549-A88C-B6756F20F20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a247311-c153-44f9-8e3f-2aa86b175f47"/>
    <ds:schemaRef ds:uri="88c962b8-115f-4205-b891-939ec131c46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4B0562A-BA10-403E-AAEF-F86CF032778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621AB49-47AA-4F55-A869-9ABAA60B429E}">
  <ds:schemaRefs>
    <ds:schemaRef ds:uri="http://www.w3.org/XML/1998/namespace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88c962b8-115f-4205-b891-939ec131c46c"/>
    <ds:schemaRef ds:uri="http://purl.org/dc/elements/1.1/"/>
    <ds:schemaRef ds:uri="ea247311-c153-44f9-8e3f-2aa86b175f47"/>
    <ds:schemaRef ds:uri="http://purl.org/dc/terms/"/>
    <ds:schemaRef ds:uri="http://schemas.openxmlformats.org/package/2006/metadata/core-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288</Words>
  <Application>Microsoft Office PowerPoint</Application>
  <PresentationFormat>ワイド画面</PresentationFormat>
  <Paragraphs>14</Paragraphs>
  <Slides>2</Slides>
  <Notes>0</Notes>
  <HiddenSlides>1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3</vt:i4>
      </vt:variant>
      <vt:variant>
        <vt:lpstr>スライド タイトル</vt:lpstr>
      </vt:variant>
      <vt:variant>
        <vt:i4>2</vt:i4>
      </vt:variant>
    </vt:vector>
  </HeadingPairs>
  <TitlesOfParts>
    <vt:vector size="9" baseType="lpstr">
      <vt:lpstr>Yu Gothic</vt:lpstr>
      <vt:lpstr>Yu Gothic Medium</vt:lpstr>
      <vt:lpstr>Yu Gothic Medium</vt:lpstr>
      <vt:lpstr>Arial</vt:lpstr>
      <vt:lpstr>CorporateColor_Blue</vt:lpstr>
      <vt:lpstr>CorporateColor_White</vt:lpstr>
      <vt:lpstr>CorporatePhilosophy</vt:lpstr>
      <vt:lpstr>PowerPoint プレゼンテーション</vt:lpstr>
      <vt:lpstr>PowerPoint プレゼンテーション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渡辺　裕美子</cp:lastModifiedBy>
  <cp:revision>11</cp:revision>
  <dcterms:created xsi:type="dcterms:W3CDTF">2025-02-21T11:36:23Z</dcterms:created>
  <dcterms:modified xsi:type="dcterms:W3CDTF">2026-05-11T05:22:21Z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0x010100A852ED5404D7184BB1FAAF48B03E2814</vt:lpwstr>
  </property>
  <property fmtid="{D5CDD505-2E9C-101B-9397-08002B2CF9AE}" pid="3" name="MediaServiceImageTags">
    <vt:lpwstr/>
  </property>
  <property fmtid="{D5CDD505-2E9C-101B-9397-08002B2CF9AE}" pid="4" name="MSIP_Label_babb27ca-7868-470c-8d5b-74df37759162_Enabled">
    <vt:lpwstr>true</vt:lpwstr>
  </property>
  <property fmtid="{D5CDD505-2E9C-101B-9397-08002B2CF9AE}" pid="5" name="MSIP_Label_babb27ca-7868-470c-8d5b-74df37759162_SetDate">
    <vt:lpwstr>2026-04-17T05:37:38Z</vt:lpwstr>
  </property>
  <property fmtid="{D5CDD505-2E9C-101B-9397-08002B2CF9AE}" pid="6" name="MSIP_Label_babb27ca-7868-470c-8d5b-74df37759162_Method">
    <vt:lpwstr>Privileged</vt:lpwstr>
  </property>
  <property fmtid="{D5CDD505-2E9C-101B-9397-08002B2CF9AE}" pid="7" name="MSIP_Label_babb27ca-7868-470c-8d5b-74df37759162_Name">
    <vt:lpwstr>babb27ca-7868-470c-8d5b-74df37759162</vt:lpwstr>
  </property>
  <property fmtid="{D5CDD505-2E9C-101B-9397-08002B2CF9AE}" pid="8" name="MSIP_Label_babb27ca-7868-470c-8d5b-74df37759162_SiteId">
    <vt:lpwstr>bdda4ca5-4ffd-4f47-9e0d-ce56ad194b37</vt:lpwstr>
  </property>
  <property fmtid="{D5CDD505-2E9C-101B-9397-08002B2CF9AE}" pid="9" name="MSIP_Label_babb27ca-7868-470c-8d5b-74df37759162_ActionId">
    <vt:lpwstr>4e2683a5-2c96-454b-9697-1f3ab6481dfa</vt:lpwstr>
  </property>
  <property fmtid="{D5CDD505-2E9C-101B-9397-08002B2CF9AE}" pid="10" name="MSIP_Label_babb27ca-7868-470c-8d5b-74df37759162_ContentBits">
    <vt:lpwstr>0</vt:lpwstr>
  </property>
</Properties>
</file>