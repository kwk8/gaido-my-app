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662" r:id="rId5"/>
    <p:sldMasterId id="2147483674" r:id="rId6"/>
  </p:sldMasterIdLst>
  <p:sldIdLst>
    <p:sldId id="256" r:id="rId8"/>
    <p:sldId id="257" r:id="rId7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35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辺　裕美子" userId="dfaf59ba-34b4-4945-9cd4-12722de19090" providerId="ADAL" clId="{D7FA7692-A690-4305-84AD-867B16E14331}"/>
    <pc:docChg chg="addSld">
      <pc:chgData name="渡辺　裕美子" userId="dfaf59ba-34b4-4945-9cd4-12722de19090" providerId="ADAL" clId="{D7FA7692-A690-4305-84AD-867B16E14331}" dt="2026-05-11T05:22:20.939" v="0" actId="680"/>
      <pc:docMkLst>
        <pc:docMk/>
      </pc:docMkLst>
      <pc:sldChg chg="new">
        <pc:chgData name="渡辺　裕美子" userId="dfaf59ba-34b4-4945-9cd4-12722de19090" providerId="ADAL" clId="{D7FA7692-A690-4305-84AD-867B16E14331}" dt="2026-05-11T05:22:20.939" v="0" actId="680"/>
        <pc:sldMkLst>
          <pc:docMk/>
          <pc:sldMk cId="1818760287" sldId="25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訪問先や CES の日数が変わったら、目次と3章のスライドを合わせて直してください。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今年度の研修目的を記入します。前年度の報告書の「研修目的」を参考にしてください。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便名は e申請の旅程から記入しています。変更があれば直してください。【 】は訪問先・イベントに置き換えます。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参加者は確定リスト(US希望7名)から記入しています。確定後に更新してください。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所感は自分の言葉で書きます。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A549B3F-6E42-5D8E-5AF1-A6A01DDBF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944335A-02FF-AAD2-DE22-E224FD7E7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7912AAE3-523D-E323-7491-DD06357C7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624DC346-A7F9-5571-B983-366BBAA3E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E0BB9D9A-7D83-BDC9-5484-A8DE58E5E5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1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7D51BA0-4D20-D946-83F2-23804FB14B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17957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FA704374-D3A0-BEE4-7081-53FADE195E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388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4B1295D-9297-98D3-4943-C0AA218C7B6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1656AB0-3198-460E-9F5B-AA4046500886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7AC05E7B-9814-9626-5062-1D68BF6EE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897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48A653F-4B8E-E878-8165-68AC74B397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7297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DD33FE-B22B-7C6E-F2F3-74EB184EE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31EB169B-A341-76A4-5288-4555442A6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F70B69-14BF-DB02-61E4-0C658E99F85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21262D-4CBC-711A-678E-C582A97E2A4B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9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44B84BAA-00D0-EC6F-3122-7C769ABC39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D2D84B-A0B4-308E-97E4-47A503844F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10563436" cy="104867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7500" b="0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D7EF27D2-7B54-CD21-7B68-8AC2125CBA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2816829"/>
            <a:ext cx="10563436" cy="5775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C6B3C1F-E9F4-5A43-5429-E768899B28F3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303DD3F-E978-5180-B467-7002E1B4C20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64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94B2F28-2EB2-D95E-3269-4717B394FA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5" y="347571"/>
            <a:ext cx="8643197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D76FB24-79F7-F06C-3218-54816F7707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3"/>
            <a:ext cx="10562800" cy="49441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89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2CD85119-74BE-A8B0-D31F-1DC10F827D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815103C-B0C1-BDA9-97C9-1BCB0BC71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08973DCF-40A2-6351-B849-2EFB0AEB7C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66096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7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_ブランドコピー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866FDB-CB5B-995B-D594-94D3BC8493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237" y="2289970"/>
            <a:ext cx="7421525" cy="227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3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D9EF9A27-04EA-7E2B-D6F5-AF1EDB7732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357C29B-0DCF-D563-E30D-4DC66D7A7A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8452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9D96-0593-35C3-1979-E826592B79F1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565B7F-EA3C-5F4C-83F4-5E84A10FF4D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F3315ADE-16E8-091A-1BE1-CE1257C6D3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111D72C-386D-D961-0695-CC2D826257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A1D38A7B-5C59-9300-89B5-DAB0E353AC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1"/>
            <a:ext cx="9058403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16311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0911B44-43E5-C652-2977-C75C89E671A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FA6925-A068-A444-1957-B0B944CDD94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F0C50-C194-741F-5AEB-FAA6A9B4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8443232-A4D7-0B6A-2119-B6107EBFC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470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図プレースホルダー 16">
            <a:extLst>
              <a:ext uri="{FF2B5EF4-FFF2-40B4-BE49-F238E27FC236}">
                <a16:creationId xmlns:a16="http://schemas.microsoft.com/office/drawing/2014/main" id="{F9669A6D-24F7-0898-9428-10CF35CA60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下のテキストを一時的に移動し、</a:t>
            </a:r>
            <a:br>
              <a:rPr kumimoji="1" lang="en-US" altLang="ja-JP" dirty="0"/>
            </a:br>
            <a:r>
              <a:rPr kumimoji="1" lang="ja-JP" altLang="en-US"/>
              <a:t>アイコンをクリックして画像を入れてください。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1EBA29-F467-1895-792F-78B6D0DE09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4671404" cy="33287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ADFA01-50B5-CA73-2D54-A3F57361F00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BCF68C87-E064-78D4-37D9-F2C0746B51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86031" y="1736725"/>
            <a:ext cx="4691688" cy="335698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86FC79C-C2A9-1FCA-02FF-6BD2BDEF0CF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56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D2BF2330-A7EB-FA53-0870-3EF26ACA6F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8401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1A5E9BAF-AE8D-50F4-A800-803BF05BB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E79741C9-F273-7126-0EB4-6C3C949009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3788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736726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0" y="2630076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1538D69-6755-6FEA-0287-C53BB6CBEE20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354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16">
            <a:extLst>
              <a:ext uri="{FF2B5EF4-FFF2-40B4-BE49-F238E27FC236}">
                <a16:creationId xmlns:a16="http://schemas.microsoft.com/office/drawing/2014/main" id="{40FE2F04-6B75-1C75-F9DF-825DA9375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36726"/>
            <a:ext cx="12192000" cy="512127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42955C-2661-77B4-7E94-6C49CE94C96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21B00E-FCA3-D75D-90B2-7E55D24110B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D229F9AB-613B-B0B7-9ECD-FDCB58684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63208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図プレースホルダー 16">
            <a:extLst>
              <a:ext uri="{FF2B5EF4-FFF2-40B4-BE49-F238E27FC236}">
                <a16:creationId xmlns:a16="http://schemas.microsoft.com/office/drawing/2014/main" id="{891B6CCA-08A5-03A2-13C5-C85264248D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64720" y="1736726"/>
            <a:ext cx="4462562" cy="44751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</a:t>
            </a:r>
            <a:br>
              <a:rPr kumimoji="1" lang="en-US" altLang="ja-JP" dirty="0"/>
            </a:br>
            <a:r>
              <a:rPr kumimoji="1" lang="ja-JP" altLang="en-US"/>
              <a:t>画像を入れてください。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AFFBB38-15BE-D6C2-99B3-CE5080D5B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1868" y="1736726"/>
            <a:ext cx="2825851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 defTabSz="479968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ED6C0D35-6FD6-E07C-8834-78C7AA06C6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2820547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86EFF52-DAAF-6D57-1218-05FE70B737D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0E9EC3-A7AD-2D87-4132-5FD22EB8F46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541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507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_ブランドコピー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0D8DA09-05B3-40D5-0401-070D12AF7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399" y="2289099"/>
            <a:ext cx="7427201" cy="22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1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(ブランドコピービジュアル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63BA29-C7D5-2DA5-CCEB-BDCC4F488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66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3C52B-1AA8-C2A5-B7D4-51F613941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F6F05DB-BABA-7579-968D-6479F904DD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609E1413-3A12-6805-C281-3344AEAAD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B3D46BAC-CB80-74CC-4E8F-9D6AB02A6F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5227752C-BB20-256A-DFE1-BAFCB25870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66CBD5E1-F887-F270-7A94-432D6120E4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8023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33A177-94A9-B9A1-DE9F-F0AE02FA6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9D54E6E-1773-8D06-C77B-021CFBABD0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BD4282ED-D965-B46A-80DA-3E38FF3142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6314E59A-0CAF-2DAB-4693-C6DE9535E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6E591835-68B3-9D26-89C9-893E7478E1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1A270D6C-5A9B-3E3E-52A8-4729CAA28C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70337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DD520-9AEF-F30E-D910-19A35551EA38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B143FC-CABC-9641-1F86-03195F7275A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999A443F-732A-B472-701F-E3FCA360DE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F23E55FC-F091-22F3-23B3-5313976295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4E88E872-8C86-3C88-BB97-1E92BAB7AC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881940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C2C234E-23B9-AB4F-A0B5-11C593FB342A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61ADE4-85D5-36C8-C2C1-AA21AB24716A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BF4564B1-73E3-2149-E676-44CC68A8FC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2"/>
            <a:ext cx="9058403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B6DDB17-CFBB-C65C-9369-6C1162B39D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E7DE52F-B88B-D6A3-999C-58FC2FDF0C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0815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5A2F9F-AB80-7D4D-2D23-DA88102D55B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01DB65-2212-2889-FD86-2DBE4A1E2F8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1786E8C9-D751-0011-62AC-F0CE8288FB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82FC59AF-9ED9-93ED-9DFF-56990EABC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BDF3DB80-CAAA-E895-D0AB-0C9C3B5030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282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9369971E-F926-6994-FA0B-43A0F3AE29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7DFF3C0D-9761-942D-2286-DCA80CDED2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282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ACDA0708-9EFA-1C85-16D9-D5F3ED49B9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5EC047C3-338F-57E8-18FB-0239FC6799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282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7" name="テキスト プレースホルダー 12">
            <a:extLst>
              <a:ext uri="{FF2B5EF4-FFF2-40B4-BE49-F238E27FC236}">
                <a16:creationId xmlns:a16="http://schemas.microsoft.com/office/drawing/2014/main" id="{F5B4696C-0F45-0D47-A181-32ED0D374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0D1178E6-0816-E0A6-439F-A26DEF3C68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27F01E3D-3119-79F4-7D14-38463DF105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B2345EEA-394A-D2F3-F965-C381EC316A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A102A790-EC62-079B-030D-964FAD137A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07531E7B-44FD-25E9-CC7A-B00F0410F7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3" name="テキスト プレースホルダー 12">
            <a:extLst>
              <a:ext uri="{FF2B5EF4-FFF2-40B4-BE49-F238E27FC236}">
                <a16:creationId xmlns:a16="http://schemas.microsoft.com/office/drawing/2014/main" id="{D7180491-605C-69CA-BF57-B42C15021DF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A66B3D97-5164-21C2-FD8B-57A402C607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32CB8912-600C-6289-D45B-AE9C7296D5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6AE51BB8-635B-4308-E9CB-F238A16218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7195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EBCD2C3-F4AB-0385-42C5-37CDC4A4287B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00734A0-2465-A79B-0C4E-7BA001579D6C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539CF071-C664-0DCC-693D-BEF67587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2"/>
            <a:ext cx="9360000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42E03A47-C8E7-A4A0-5441-3D5A64378A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3907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5D9BF930-C505-38D1-5D84-BB6776A33B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B457A774-A82D-E182-09CF-1C57005356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3907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73E3EA9D-E3F1-D31C-1951-CE61440FFB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EF193E57-C4FD-911F-2B30-77E4E5E24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907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7" name="テキスト プレースホルダー 12">
            <a:extLst>
              <a:ext uri="{FF2B5EF4-FFF2-40B4-BE49-F238E27FC236}">
                <a16:creationId xmlns:a16="http://schemas.microsoft.com/office/drawing/2014/main" id="{5C9AC9F6-DFF1-E0E4-DBF1-7F8B644ADE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8" name="テキスト プレースホルダー 12">
            <a:extLst>
              <a:ext uri="{FF2B5EF4-FFF2-40B4-BE49-F238E27FC236}">
                <a16:creationId xmlns:a16="http://schemas.microsoft.com/office/drawing/2014/main" id="{ED5A1F44-12C7-C4D3-309C-E5B25CA5D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3907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9" name="テキスト プレースホルダー 12">
            <a:extLst>
              <a:ext uri="{FF2B5EF4-FFF2-40B4-BE49-F238E27FC236}">
                <a16:creationId xmlns:a16="http://schemas.microsoft.com/office/drawing/2014/main" id="{22B712DF-05F2-DABE-47FC-0A10C4101C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0" name="テキスト プレースホルダー 12">
            <a:extLst>
              <a:ext uri="{FF2B5EF4-FFF2-40B4-BE49-F238E27FC236}">
                <a16:creationId xmlns:a16="http://schemas.microsoft.com/office/drawing/2014/main" id="{AB8279C4-9994-0774-D120-FAC65AD428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1" name="テキスト プレースホルダー 12">
            <a:extLst>
              <a:ext uri="{FF2B5EF4-FFF2-40B4-BE49-F238E27FC236}">
                <a16:creationId xmlns:a16="http://schemas.microsoft.com/office/drawing/2014/main" id="{E7CB9A81-8D5C-C1E5-F71C-33788FD878F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2" name="テキスト プレースホルダー 12">
            <a:extLst>
              <a:ext uri="{FF2B5EF4-FFF2-40B4-BE49-F238E27FC236}">
                <a16:creationId xmlns:a16="http://schemas.microsoft.com/office/drawing/2014/main" id="{2482C246-2CED-EC58-F0EC-E41478A372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3" name="テキスト プレースホルダー 12">
            <a:extLst>
              <a:ext uri="{FF2B5EF4-FFF2-40B4-BE49-F238E27FC236}">
                <a16:creationId xmlns:a16="http://schemas.microsoft.com/office/drawing/2014/main" id="{37EC66D7-44E5-188E-90F4-3726EBA82F7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4" name="テキスト プレースホルダー 12">
            <a:extLst>
              <a:ext uri="{FF2B5EF4-FFF2-40B4-BE49-F238E27FC236}">
                <a16:creationId xmlns:a16="http://schemas.microsoft.com/office/drawing/2014/main" id="{DEB31560-106F-9E76-636E-0F05A7A9EA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5" name="テキスト プレースホルダー 12">
            <a:extLst>
              <a:ext uri="{FF2B5EF4-FFF2-40B4-BE49-F238E27FC236}">
                <a16:creationId xmlns:a16="http://schemas.microsoft.com/office/drawing/2014/main" id="{307C89E4-4EEC-59A3-028E-6184783976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6" name="テキスト プレースホルダー 12">
            <a:extLst>
              <a:ext uri="{FF2B5EF4-FFF2-40B4-BE49-F238E27FC236}">
                <a16:creationId xmlns:a16="http://schemas.microsoft.com/office/drawing/2014/main" id="{24F66FE5-C955-A305-0224-0B259FD60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7" name="テキスト プレースホルダー 12">
            <a:extLst>
              <a:ext uri="{FF2B5EF4-FFF2-40B4-BE49-F238E27FC236}">
                <a16:creationId xmlns:a16="http://schemas.microsoft.com/office/drawing/2014/main" id="{0B91C1DC-F44C-236D-37A6-96B0E54A10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231461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7282B64C-EDB8-C704-5767-47C358634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BFE08C99-5A98-5941-2FB8-98F410AE0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32787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DAC60F2-77BC-A841-163E-CA8CF97DAE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DE9EF57D-32B4-2103-27C7-E329B2BA1C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F3B4668-196C-8CE9-E98D-A056EFC0A0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4303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企業理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B09168-8AD5-76C8-00CF-71388BFA272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BE7E88-E2C1-A3BE-E534-37187DF2CFDD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56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0138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447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6296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0313959-3595-5645-CE7E-5EB9586AC0E5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7" name="円/楕円 2">
              <a:extLst>
                <a:ext uri="{FF2B5EF4-FFF2-40B4-BE49-F238E27FC236}">
                  <a16:creationId xmlns:a16="http://schemas.microsoft.com/office/drawing/2014/main" id="{ABE31584-00D5-3892-B76D-18BDFE0E507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">
              <a:extLst>
                <a:ext uri="{FF2B5EF4-FFF2-40B4-BE49-F238E27FC236}">
                  <a16:creationId xmlns:a16="http://schemas.microsoft.com/office/drawing/2014/main" id="{A507B240-1239-4876-7B1F-37D8456C65EA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9" name="円/楕円 4">
              <a:extLst>
                <a:ext uri="{FF2B5EF4-FFF2-40B4-BE49-F238E27FC236}">
                  <a16:creationId xmlns:a16="http://schemas.microsoft.com/office/drawing/2014/main" id="{3ACA4123-3761-0AF2-E223-BFECA1DCED87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0" name="円/楕円 5">
              <a:extLst>
                <a:ext uri="{FF2B5EF4-FFF2-40B4-BE49-F238E27FC236}">
                  <a16:creationId xmlns:a16="http://schemas.microsoft.com/office/drawing/2014/main" id="{176D67E3-CA67-BE81-B93C-3497F0442F3D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1" name="円/楕円 7">
              <a:extLst>
                <a:ext uri="{FF2B5EF4-FFF2-40B4-BE49-F238E27FC236}">
                  <a16:creationId xmlns:a16="http://schemas.microsoft.com/office/drawing/2014/main" id="{C5DAC311-296E-44C9-C24F-1DC52D225E3D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2" name="円/楕円 8">
              <a:extLst>
                <a:ext uri="{FF2B5EF4-FFF2-40B4-BE49-F238E27FC236}">
                  <a16:creationId xmlns:a16="http://schemas.microsoft.com/office/drawing/2014/main" id="{D80BCC88-4F50-AD3D-7A85-0A81005BCB2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3" name="円/楕円 9">
              <a:extLst>
                <a:ext uri="{FF2B5EF4-FFF2-40B4-BE49-F238E27FC236}">
                  <a16:creationId xmlns:a16="http://schemas.microsoft.com/office/drawing/2014/main" id="{8B77E202-15D9-E3C6-FCEA-D41621B847BC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4" name="円/楕円 10">
              <a:extLst>
                <a:ext uri="{FF2B5EF4-FFF2-40B4-BE49-F238E27FC236}">
                  <a16:creationId xmlns:a16="http://schemas.microsoft.com/office/drawing/2014/main" id="{4E904ED8-3939-FD5F-36E2-96DE5CE244F7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5" name="円/楕円 11">
              <a:extLst>
                <a:ext uri="{FF2B5EF4-FFF2-40B4-BE49-F238E27FC236}">
                  <a16:creationId xmlns:a16="http://schemas.microsoft.com/office/drawing/2014/main" id="{DD106B1B-7319-0EF5-F0DD-564E70FB9D3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6" name="円/楕円 12">
              <a:extLst>
                <a:ext uri="{FF2B5EF4-FFF2-40B4-BE49-F238E27FC236}">
                  <a16:creationId xmlns:a16="http://schemas.microsoft.com/office/drawing/2014/main" id="{CB138678-07E2-8EF3-F00B-0F7E211246E0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7" name="円/楕円 13">
              <a:extLst>
                <a:ext uri="{FF2B5EF4-FFF2-40B4-BE49-F238E27FC236}">
                  <a16:creationId xmlns:a16="http://schemas.microsoft.com/office/drawing/2014/main" id="{BC21D7A6-86C6-619C-BE35-B4DCCD4254E5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8" name="円/楕円 14">
              <a:extLst>
                <a:ext uri="{FF2B5EF4-FFF2-40B4-BE49-F238E27FC236}">
                  <a16:creationId xmlns:a16="http://schemas.microsoft.com/office/drawing/2014/main" id="{2DE834EB-A6E8-EDB2-BC1E-1F84901496CA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9" name="円/楕円 15">
              <a:extLst>
                <a:ext uri="{FF2B5EF4-FFF2-40B4-BE49-F238E27FC236}">
                  <a16:creationId xmlns:a16="http://schemas.microsoft.com/office/drawing/2014/main" id="{65966DB2-D50E-BE01-B46C-09CA70B37D62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0" name="円/楕円 16">
              <a:extLst>
                <a:ext uri="{FF2B5EF4-FFF2-40B4-BE49-F238E27FC236}">
                  <a16:creationId xmlns:a16="http://schemas.microsoft.com/office/drawing/2014/main" id="{3D29A6B3-3076-A1CF-B4B1-EF1799BB5BB3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1" name="円/楕円 17">
              <a:extLst>
                <a:ext uri="{FF2B5EF4-FFF2-40B4-BE49-F238E27FC236}">
                  <a16:creationId xmlns:a16="http://schemas.microsoft.com/office/drawing/2014/main" id="{96ABA53D-5B2F-C1D4-806D-04DDB91E86C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2" name="円/楕円 18">
              <a:extLst>
                <a:ext uri="{FF2B5EF4-FFF2-40B4-BE49-F238E27FC236}">
                  <a16:creationId xmlns:a16="http://schemas.microsoft.com/office/drawing/2014/main" id="{D3A896FA-91B1-0739-8FA4-BD042A04358C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円/楕円 19">
              <a:extLst>
                <a:ext uri="{FF2B5EF4-FFF2-40B4-BE49-F238E27FC236}">
                  <a16:creationId xmlns:a16="http://schemas.microsoft.com/office/drawing/2014/main" id="{04521FF1-B122-8E25-6E7E-6417972DC8D6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485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7D70F1-C0E9-37E7-DB98-20B05612A983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7F497FEE-6CBA-6746-60B3-8358E62E694F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2109506A-6E2C-72CC-437D-4B86CAE96C90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27A4A6F1-F83E-7015-7B11-9F9B9F8BB13A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197DD5C-F1A9-EF7A-9C50-DF67BA6F3EC8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4D718768-3529-DF4B-EF42-037A26F7FBE1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F93E129A-7748-76D0-705D-079C79CC33F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DBD749AA-9B38-B134-4254-728D3F032E21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CD30011A-6848-D437-349B-02562E71A561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4228D969-21E2-1CA4-3763-4F55515CBBF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5D948700-39F1-9997-656C-A8EE052F00B5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5F3DB0EA-35ED-34ED-2277-F5969D3AAD9A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D45E6AE7-05B7-0E99-BA47-8F12F0E81568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18949516-C129-1249-0BB6-8116CEFC2341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24295B99-6C72-C7D9-6281-5C9815900554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A4619A15-DC93-B63F-4D07-6EB74767692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83FBED6-DC52-79BF-42AE-29B1852268EB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F6169CB5-ABB6-B649-AE3A-FFD089372FCE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1185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3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20302F-3BDB-9993-A75E-94A06C2D5D77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F8082FA4-CBDD-3DAB-8020-33D6617AF2D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6DCB74E-BBCF-76FF-46C4-41CEF445875F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CABD32D-2E50-B0BA-5A60-83111939D5F4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A19B630-F41C-9471-BF33-17797B43D9F5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569C745B-7C53-AE63-EC31-598119737CE0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4AC2558D-D477-2F9E-A4EF-AC643202F3DD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4A9F4AAF-434F-0C0C-8D8D-67F1F5B1C698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F905B6D0-3D2E-A80A-C0E3-3ABC8994451E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E75BD1C2-1181-73E1-E908-6C953D561E9D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2E15A51D-D488-5052-2E9B-D250F9ABFA53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6DDE4540-5D04-C5E2-D47A-04CFD7C6F934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496FE845-72BB-A4B2-F53E-33ADD2CA3494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E6EB06E6-0A95-A670-00C4-B1E0BD2DBA54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99D9585D-C839-28CC-8652-6119118B9877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90F1ACE2-2A42-8CBE-B448-F4D96220590B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4C76DAA-216A-1AF7-E579-18BBFD928EFA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DA82447E-F921-C06C-D9DA-0DBF95ED2ADD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1185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米国選抜研修 報告書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【20XX年XX月XX日】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FY26 情通事業G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研修目的</a:t>
            </a:r>
          </a:p>
          <a:p>
            <a:r>
              <a:t>スケジュール概要/参加者</a:t>
            </a:r>
          </a:p>
          <a:p>
            <a:r>
              <a:t>訪問先概要(CES・訪問ベンダー)</a:t>
            </a:r>
          </a:p>
          <a:p>
            <a:r>
              <a:t>所感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1. 研修目的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1371600"/>
            <a:ext cx="105613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800">
                <a:solidFill>
                  <a:srgbClr val="7F7F7F"/>
                </a:solidFill>
              </a:rPr>
              <a:t>•  【研修目的1】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【研修目的2】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【研修目的3】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【研修目的4】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2. スケジュール概要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◆ スケジュール : 2027年1月5日(火)〜1月14日(木)   【研修の概要を1行で。例: CES 視察と米国ベンダー訪問】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371600"/>
          <a:ext cx="1056132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40080"/>
                <a:gridCol w="2468880"/>
                <a:gridCol w="4023360"/>
                <a:gridCol w="269748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日付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曜日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午前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午後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宿泊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出国便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NH008 成田→サンフランシスコ / UA661 →ラスベガス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1/6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水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WN2203 ラスベガス→サンフランシスコ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1/10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日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1/12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火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NH107 サンフランシスコ→羽田(帰国便)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機内泊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1/14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羽田着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帰宅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2. 参加者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参加者 : 計7名【確定後に更新】</a:t>
            </a:r>
          </a:p>
          <a:p>
            <a:r>
              <a:rPr sz="1400" b="0">
                <a:solidFill>
                  <a:srgbClr val="7F7F7F"/>
                </a:solidFill>
              </a:rPr>
              <a:t>◆ 職種割合 : 営業3名、SE4名【確定後に更新】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691640"/>
          <a:ext cx="10561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3383280"/>
                <a:gridCol w="173736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本部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部署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名前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役職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テクニカルデザイン第4部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神 崇人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通信ビジネス営業第2部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正木 洋晃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情報通信第3本部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営業第1部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平松 優季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モバイル&amp;サービス本部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デジタルテクノロジー第3部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岡崎 勇人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主任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SP・メディア技術第2部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メディア技術第2本部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菅野 海咲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川北 敬仁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王 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主任(リーダー)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1日目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2日目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3日目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Cisco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Exaforce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Forward Networks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CTC America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拠点紹介</a:t>
            </a:r>
          </a:p>
          <a:p>
            <a:r>
              <a:rPr sz="1300" b="0">
                <a:solidFill>
                  <a:srgbClr val="7F7F7F"/>
                </a:solidFill>
              </a:rPr>
              <a:t>      【拠点の所在地・体制・役割】</a:t>
            </a:r>
          </a:p>
          <a:p>
            <a:r>
              <a:rPr sz="1300" b="0">
                <a:solidFill>
                  <a:srgbClr val="7F7F7F"/>
                </a:solidFill>
              </a:rPr>
              <a:t>      【現地での事業内容・取り組み】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4. 所感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1371600"/>
            <a:ext cx="105613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600">
                <a:solidFill>
                  <a:srgbClr val="7F7F7F"/>
                </a:solidFill>
              </a:rPr>
              <a:t>川北:</a:t>
            </a:r>
          </a:p>
          <a:p>
            <a:pPr algn="l"/>
            <a:r>
              <a:rPr sz="1600">
                <a:solidFill>
                  <a:srgbClr val="7F7F7F"/>
                </a:solidFill>
              </a:rPr>
              <a:t>【所感(自分の言葉で記入)。今回の研修で得た学び、今後の事業・提案への活かし方など】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orporateColor_Blue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rporateColor_White">
  <a:themeElements>
    <a:clrScheme name="CTC_White">
      <a:dk1>
        <a:srgbClr val="013C85"/>
      </a:dk1>
      <a:lt1>
        <a:srgbClr val="FFFFFF"/>
      </a:lt1>
      <a:dk2>
        <a:srgbClr val="013C85"/>
      </a:dk2>
      <a:lt2>
        <a:srgbClr val="CACACA"/>
      </a:lt2>
      <a:accent1>
        <a:srgbClr val="005CCA"/>
      </a:accent1>
      <a:accent2>
        <a:srgbClr val="01B0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8BEE9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rporatePhilosophy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52ED5404D7184BB1FAAF48B03E2814" ma:contentTypeVersion="17" ma:contentTypeDescription="新しいドキュメントを作成します。" ma:contentTypeScope="" ma:versionID="d8dc6d8661c69ee934d42f76317ce508">
  <xsd:schema xmlns:xsd="http://www.w3.org/2001/XMLSchema" xmlns:xs="http://www.w3.org/2001/XMLSchema" xmlns:p="http://schemas.microsoft.com/office/2006/metadata/properties" xmlns:ns2="ea247311-c153-44f9-8e3f-2aa86b175f47" xmlns:ns3="88c962b8-115f-4205-b891-939ec131c46c" targetNamespace="http://schemas.microsoft.com/office/2006/metadata/properties" ma:root="true" ma:fieldsID="e24df1055a0bf01d42d4fc55f4426425" ns2:_="" ns3:_="">
    <xsd:import namespace="ea247311-c153-44f9-8e3f-2aa86b175f47"/>
    <xsd:import namespace="88c962b8-115f-4205-b891-939ec131c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47311-c153-44f9-8e3f-2aa86b175f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962b8-115f-4205-b891-939ec131c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7b9ed24-0d31-4f86-94f1-a9944e46b102}" ma:internalName="TaxCatchAll" ma:showField="CatchAllData" ma:web="88c962b8-115f-4205-b891-939ec131c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7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247311-c153-44f9-8e3f-2aa86b175f47">
      <Terms xmlns="http://schemas.microsoft.com/office/infopath/2007/PartnerControls"/>
    </lcf76f155ced4ddcb4097134ff3c332f>
    <TaxCatchAll xmlns="88c962b8-115f-4205-b891-939ec131c46c" xsi:nil="true"/>
  </documentManagement>
</p:properties>
</file>

<file path=customXml/itemProps1.xml><?xml version="1.0" encoding="utf-8"?>
<ds:datastoreItem xmlns:ds="http://schemas.openxmlformats.org/officeDocument/2006/customXml" ds:itemID="{E568E5C1-C745-4549-A88C-B6756F20F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247311-c153-44f9-8e3f-2aa86b175f47"/>
    <ds:schemaRef ds:uri="88c962b8-115f-4205-b891-939ec131c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B0562A-BA10-403E-AAEF-F86CF03277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21AB49-47AA-4F55-A869-9ABAA60B429E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88c962b8-115f-4205-b891-939ec131c46c"/>
    <ds:schemaRef ds:uri="http://purl.org/dc/elements/1.1/"/>
    <ds:schemaRef ds:uri="ea247311-c153-44f9-8e3f-2aa86b175f47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288</Words>
  <Application>Microsoft Office PowerPoint</Application>
  <PresentationFormat>ワイド画面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Yu Gothic</vt:lpstr>
      <vt:lpstr>Yu Gothic Medium</vt:lpstr>
      <vt:lpstr>Yu Gothic Medium</vt:lpstr>
      <vt:lpstr>Arial</vt:lpstr>
      <vt:lpstr>CorporateColor_Blue</vt:lpstr>
      <vt:lpstr>CorporateColor_White</vt:lpstr>
      <vt:lpstr>CorporatePhilosophy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渡辺　裕美子</cp:lastModifiedBy>
  <cp:revision>11</cp:revision>
  <dcterms:created xsi:type="dcterms:W3CDTF">2025-02-21T11:36:23Z</dcterms:created>
  <dcterms:modified xsi:type="dcterms:W3CDTF">2026-05-11T05:22:21Z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0x010100A852ED5404D7184BB1FAAF48B03E2814</vt:lpwstr>
  </property>
  <property fmtid="{D5CDD505-2E9C-101B-9397-08002B2CF9AE}" pid="3" name="MediaServiceImageTags">
    <vt:lpwstr/>
  </property>
  <property fmtid="{D5CDD505-2E9C-101B-9397-08002B2CF9AE}" pid="4" name="MSIP_Label_babb27ca-7868-470c-8d5b-74df37759162_Enabled">
    <vt:lpwstr>true</vt:lpwstr>
  </property>
  <property fmtid="{D5CDD505-2E9C-101B-9397-08002B2CF9AE}" pid="5" name="MSIP_Label_babb27ca-7868-470c-8d5b-74df37759162_SetDate">
    <vt:lpwstr>2026-04-17T05:37:38Z</vt:lpwstr>
  </property>
  <property fmtid="{D5CDD505-2E9C-101B-9397-08002B2CF9AE}" pid="6" name="MSIP_Label_babb27ca-7868-470c-8d5b-74df37759162_Method">
    <vt:lpwstr>Privileged</vt:lpwstr>
  </property>
  <property fmtid="{D5CDD505-2E9C-101B-9397-08002B2CF9AE}" pid="7" name="MSIP_Label_babb27ca-7868-470c-8d5b-74df37759162_Name">
    <vt:lpwstr>babb27ca-7868-470c-8d5b-74df37759162</vt:lpwstr>
  </property>
  <property fmtid="{D5CDD505-2E9C-101B-9397-08002B2CF9AE}" pid="8" name="MSIP_Label_babb27ca-7868-470c-8d5b-74df37759162_SiteId">
    <vt:lpwstr>bdda4ca5-4ffd-4f47-9e0d-ce56ad194b37</vt:lpwstr>
  </property>
  <property fmtid="{D5CDD505-2E9C-101B-9397-08002B2CF9AE}" pid="9" name="MSIP_Label_babb27ca-7868-470c-8d5b-74df37759162_ActionId">
    <vt:lpwstr>4e2683a5-2c96-454b-9697-1f3ab6481dfa</vt:lpwstr>
  </property>
  <property fmtid="{D5CDD505-2E9C-101B-9397-08002B2CF9AE}" pid="10" name="MSIP_Label_babb27ca-7868-470c-8d5b-74df37759162_ContentBits">
    <vt:lpwstr>0</vt:lpwstr>
  </property>
</Properties>
</file>