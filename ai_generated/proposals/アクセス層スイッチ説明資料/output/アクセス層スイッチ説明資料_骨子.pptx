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oto Sans CJK JP"/>
              </a:rPr>
              <a:t>アクセス層スイッチ選定で確認したい3つの観点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アクセス層は端末をつなぐ入口です。止まると業務全体に影響します。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選定では「ポート構成と性能」「認証・運用機能」「調達と保守」の3観点を確認します。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79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本資料では、CTCブランドのスイッチ「LinkSphere Cシリーズ」を例に、確認ポイントを示します。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oto Sans CJK JP"/>
              </a:rPr>
              <a:t>調達と運用の不安に応えるCTCブランド製品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海外で製造した製品を、CTCブランドで提供します。国内認証もCTC名義で取得します。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納期・価格・保守の不安に、安定した調達と最適な構成で対応します。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79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導入後はCTCが国内で保守します。窓口は一本化できます。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oto Sans CJK JP"/>
              </a:rPr>
              <a:t>LinkSphere Cシリーズ 代表モデルの構成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代表モデルは、1000BASE-T 24ポートと10GE SFP+ 4ポートの構成です。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転送性能は132Mpps（64バイトパケット）です。同クラスの公開データシートでは、アップリンクが1Gの機種が多く見られます。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79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PoE給電が必要な場合は、PoE対応モデルを選びます。電源の冗長構成が必要な場合は、要件を確認してから機種を決めます。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oto Sans CJK JP"/>
              </a:rPr>
              <a:t>機能の要点（同クラスの他社製品との比較）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L2機能（VLAN、STP/RSTP/MSTP、リンクアグリゲーション）に加えて、L3ルーティングにも対応します。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認証は、802.1X・MAC認証・ポータル認証に対応します。端末の接続制御に使えます。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79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運用は、SNMPv3・ゼロタッチ導入・自動化APIに対応します。拠点が多い構成で、設定投入の手間を減らせます。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※ 書類の記載にもとづく比較です。実機での確認は行っていません。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Noto Sans CJK JP"/>
              </a:rPr>
              <a:t>導入までの進め方と次のステップ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まず、端末数・ポート数・給電・冗長・認証の要件を整理します。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次に、要件と機能を突き合わせ、候補機種と構成案を提示します。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79"/>
            <a:ext cx="640080" cy="64008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33333"/>
                </a:solidFill>
                <a:latin typeface="Noto Sans CJK JP"/>
              </a:rPr>
              <a:t>最後に、検証と保守条件を確認して、導入計画に進みます。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Noto Sans CJK JP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